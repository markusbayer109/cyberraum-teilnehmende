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8f420cb339453e" /><Relationship Type="http://schemas.openxmlformats.org/officeDocument/2006/relationships/extended-properties" Target="/docProps/app.xml" Id="R069ab82f22444715" /><Relationship Type="http://schemas.openxmlformats.org/officeDocument/2006/relationships/officeDocument" Target="/ppt/presentation.xml" Id="R1b2db654ad90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751a9e8edd4c2e"/>
  </p:sldMasterIdLst>
  <p:notesMasterIdLst>
    <p:notesMasterId xmlns:r="http://schemas.openxmlformats.org/officeDocument/2006/relationships" r:id="Rf15ef52d39a9421c"/>
  </p:notesMasterIdLst>
  <p:sldIdLst>
    <p:sldId xmlns:r="http://schemas.openxmlformats.org/officeDocument/2006/relationships" id="256" r:id="R003d67d870ee47f2"/>
    <p:sldId xmlns:r="http://schemas.openxmlformats.org/officeDocument/2006/relationships" id="257" r:id="R492db363ea9d44c7"/>
    <p:sldId xmlns:r="http://schemas.openxmlformats.org/officeDocument/2006/relationships" id="258" r:id="Rb4d4b4137594427f"/>
    <p:sldId xmlns:r="http://schemas.openxmlformats.org/officeDocument/2006/relationships" id="259" r:id="Rfee0a956d1514b18"/>
    <p:sldId xmlns:r="http://schemas.openxmlformats.org/officeDocument/2006/relationships" id="260" r:id="R9edd55b628f54119"/>
    <p:sldId xmlns:r="http://schemas.openxmlformats.org/officeDocument/2006/relationships" id="261" r:id="Re82f94d059d24f37"/>
    <p:sldId xmlns:r="http://schemas.openxmlformats.org/officeDocument/2006/relationships" id="262" r:id="Rda4dc052a66148dc"/>
    <p:sldId xmlns:r="http://schemas.openxmlformats.org/officeDocument/2006/relationships" id="263" r:id="R945a103548ae4afe"/>
    <p:sldId xmlns:r="http://schemas.openxmlformats.org/officeDocument/2006/relationships" id="264" r:id="Ra897f8ddc7e44b0f"/>
    <p:sldId xmlns:r="http://schemas.openxmlformats.org/officeDocument/2006/relationships" id="265" r:id="R4562b8c781894168"/>
    <p:sldId xmlns:r="http://schemas.openxmlformats.org/officeDocument/2006/relationships" id="266" r:id="Rfe699612394c486c"/>
    <p:sldId xmlns:r="http://schemas.openxmlformats.org/officeDocument/2006/relationships" id="267" r:id="R3865dc2b863d44df"/>
    <p:sldId xmlns:r="http://schemas.openxmlformats.org/officeDocument/2006/relationships" id="268" r:id="R5c381fa029ae479d"/>
    <p:sldId xmlns:r="http://schemas.openxmlformats.org/officeDocument/2006/relationships" id="269" r:id="R8881b68e2e1844e1"/>
    <p:sldId xmlns:r="http://schemas.openxmlformats.org/officeDocument/2006/relationships" id="270" r:id="Rb9a750fd096f4510"/>
    <p:sldId xmlns:r="http://schemas.openxmlformats.org/officeDocument/2006/relationships" id="271" r:id="Rd2701397936c47c6"/>
    <p:sldId xmlns:r="http://schemas.openxmlformats.org/officeDocument/2006/relationships" id="272" r:id="R5c2e7db753fb455f"/>
    <p:sldId xmlns:r="http://schemas.openxmlformats.org/officeDocument/2006/relationships" id="273" r:id="R93f24b3684864365"/>
    <p:sldId xmlns:r="http://schemas.openxmlformats.org/officeDocument/2006/relationships" id="274" r:id="R0bfa3ca5893d4233"/>
    <p:sldId xmlns:r="http://schemas.openxmlformats.org/officeDocument/2006/relationships" id="275" r:id="R077fb123a5124366"/>
    <p:sldId xmlns:r="http://schemas.openxmlformats.org/officeDocument/2006/relationships" id="276" r:id="R140e6e7cdc744e76"/>
    <p:sldId xmlns:r="http://schemas.openxmlformats.org/officeDocument/2006/relationships" id="277" r:id="R562c85c7acaf4364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ACF41658-5F32-F0E1-7446-2A602223BA7A}" name="Markus Bayer" initials="MB" userId="280c9097fed83638" providerId="Windows Live"/>
  <p188:author id="{92394061-3665-6D24-A577-C223EBB3DCE8}" name="Philipp Kühn" initials="PK" userId="e3a6e9f4ee670765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243158d0f45d9" /><Relationship Type="http://schemas.openxmlformats.org/officeDocument/2006/relationships/slideMaster" Target="/ppt/slideMasters/slideMaster1.xml" Id="R67751a9e8edd4c2e" /><Relationship Type="http://schemas.openxmlformats.org/officeDocument/2006/relationships/notesMaster" Target="/ppt/notesMasters/notesMaster1.xml" Id="Rf15ef52d39a9421c" /><Relationship Type="http://schemas.openxmlformats.org/officeDocument/2006/relationships/presProps" Target="/ppt/presProps.xml" Id="R07a0b7c5454344dc" /><Relationship Type="http://schemas.openxmlformats.org/officeDocument/2006/relationships/viewProps" Target="/ppt/viewProps.xml" Id="R21b1b00d89554540" /><Relationship Type="http://schemas.openxmlformats.org/officeDocument/2006/relationships/tableStyles" Target="/ppt/tableStyles.xml" Id="Rb5c2012c10824866" /><Relationship Type="http://schemas.microsoft.com/office/2018/10/relationships/authors" Target="/ppt/authors.xml" Id="Rb7500b1200fb4ca2" /><Relationship Type="http://schemas.openxmlformats.org/officeDocument/2006/relationships/slide" Target="/ppt/slides/slide1.xml" Id="R003d67d870ee47f2" /><Relationship Type="http://schemas.openxmlformats.org/officeDocument/2006/relationships/slide" Target="/ppt/slides/slide2.xml" Id="R492db363ea9d44c7" /><Relationship Type="http://schemas.openxmlformats.org/officeDocument/2006/relationships/slide" Target="/ppt/slides/slide3.xml" Id="Rb4d4b4137594427f" /><Relationship Type="http://schemas.openxmlformats.org/officeDocument/2006/relationships/slide" Target="/ppt/slides/slide4.xml" Id="Rfee0a956d1514b18" /><Relationship Type="http://schemas.openxmlformats.org/officeDocument/2006/relationships/slide" Target="/ppt/slides/slide5.xml" Id="R9edd55b628f54119" /><Relationship Type="http://schemas.openxmlformats.org/officeDocument/2006/relationships/slide" Target="/ppt/slides/slide6.xml" Id="Re82f94d059d24f37" /><Relationship Type="http://schemas.openxmlformats.org/officeDocument/2006/relationships/slide" Target="/ppt/slides/slide7.xml" Id="Rda4dc052a66148dc" /><Relationship Type="http://schemas.openxmlformats.org/officeDocument/2006/relationships/slide" Target="/ppt/slides/slide8.xml" Id="R945a103548ae4afe" /><Relationship Type="http://schemas.openxmlformats.org/officeDocument/2006/relationships/slide" Target="/ppt/slides/slide9.xml" Id="Ra897f8ddc7e44b0f" /><Relationship Type="http://schemas.openxmlformats.org/officeDocument/2006/relationships/slide" Target="/ppt/slides/slide10.xml" Id="R4562b8c781894168" /><Relationship Type="http://schemas.openxmlformats.org/officeDocument/2006/relationships/slide" Target="/ppt/slides/slide11.xml" Id="Rfe699612394c486c" /><Relationship Type="http://schemas.openxmlformats.org/officeDocument/2006/relationships/slide" Target="/ppt/slides/slide12.xml" Id="R3865dc2b863d44df" /><Relationship Type="http://schemas.openxmlformats.org/officeDocument/2006/relationships/slide" Target="/ppt/slides/slide13.xml" Id="R5c381fa029ae479d" /><Relationship Type="http://schemas.openxmlformats.org/officeDocument/2006/relationships/slide" Target="/ppt/slides/slide14.xml" Id="R8881b68e2e1844e1" /><Relationship Type="http://schemas.openxmlformats.org/officeDocument/2006/relationships/slide" Target="/ppt/slides/slide15.xml" Id="Rb9a750fd096f4510" /><Relationship Type="http://schemas.openxmlformats.org/officeDocument/2006/relationships/slide" Target="/ppt/slides/slide16.xml" Id="Rd2701397936c47c6" /><Relationship Type="http://schemas.openxmlformats.org/officeDocument/2006/relationships/slide" Target="/ppt/slides/slide17.xml" Id="R5c2e7db753fb455f" /><Relationship Type="http://schemas.openxmlformats.org/officeDocument/2006/relationships/slide" Target="/ppt/slides/slide18.xml" Id="R93f24b3684864365" /><Relationship Type="http://schemas.openxmlformats.org/officeDocument/2006/relationships/slide" Target="/ppt/slides/slide19.xml" Id="R0bfa3ca5893d4233" /><Relationship Type="http://schemas.openxmlformats.org/officeDocument/2006/relationships/slide" Target="/ppt/slides/slide20.xml" Id="R077fb123a5124366" /><Relationship Type="http://schemas.openxmlformats.org/officeDocument/2006/relationships/slide" Target="/ppt/slides/slide21.xml" Id="R140e6e7cdc744e76" /><Relationship Type="http://schemas.openxmlformats.org/officeDocument/2006/relationships/slide" Target="/ppt/slides/slide22.xml" Id="R562c85c7acaf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d0c987ac1940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6676b88b24edd" /><Relationship Type="http://schemas.openxmlformats.org/officeDocument/2006/relationships/notesMaster" Target="/ppt/notesMasters/notesMaster1.xml" Id="R4191d2e04005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e4a819ed1c4b9e" /><Relationship Type="http://schemas.openxmlformats.org/officeDocument/2006/relationships/notesMaster" Target="/ppt/notesMasters/notesMaster1.xml" Id="Rde54025b4c5641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bd96227b14c28" /><Relationship Type="http://schemas.openxmlformats.org/officeDocument/2006/relationships/notesMaster" Target="/ppt/notesMasters/notesMaster1.xml" Id="Rddff704586d543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8fddc6b6fb40dd" /><Relationship Type="http://schemas.openxmlformats.org/officeDocument/2006/relationships/notesMaster" Target="/ppt/notesMasters/notesMaster1.xml" Id="R23e7cdb65f2b4a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065ef3d9ee4f05" /><Relationship Type="http://schemas.openxmlformats.org/officeDocument/2006/relationships/notesMaster" Target="/ppt/notesMasters/notesMaster1.xml" Id="R0d32dbd989cf4b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eb81eaed1d460e" /><Relationship Type="http://schemas.openxmlformats.org/officeDocument/2006/relationships/notesMaster" Target="/ppt/notesMasters/notesMaster1.xml" Id="R34ab705a363043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a1200ea42242a6" /><Relationship Type="http://schemas.openxmlformats.org/officeDocument/2006/relationships/notesMaster" Target="/ppt/notesMasters/notesMaster1.xml" Id="R07590add73c841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43dc08db0a41e1" /><Relationship Type="http://schemas.openxmlformats.org/officeDocument/2006/relationships/notesMaster" Target="/ppt/notesMasters/notesMaster1.xml" Id="R3d1a0e93156242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f84301f6b04e0d" /><Relationship Type="http://schemas.openxmlformats.org/officeDocument/2006/relationships/notesMaster" Target="/ppt/notesMasters/notesMaster1.xml" Id="R824f6e49a52b43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489ebae1134dbd" /><Relationship Type="http://schemas.openxmlformats.org/officeDocument/2006/relationships/notesMaster" Target="/ppt/notesMasters/notesMaster1.xml" Id="R0ff27b5976ec4c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685e7994aa4aae" /><Relationship Type="http://schemas.openxmlformats.org/officeDocument/2006/relationships/notesMaster" Target="/ppt/notesMasters/notesMaster1.xml" Id="Rc4197ffddafc43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6f08c770a14cb3" /><Relationship Type="http://schemas.openxmlformats.org/officeDocument/2006/relationships/notesMaster" Target="/ppt/notesMasters/notesMaster1.xml" Id="R8350c07fccb841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6a3db436ed4806" /><Relationship Type="http://schemas.openxmlformats.org/officeDocument/2006/relationships/notesMaster" Target="/ppt/notesMasters/notesMaster1.xml" Id="Rf87912c876db43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5790ea8c19421c" /><Relationship Type="http://schemas.openxmlformats.org/officeDocument/2006/relationships/notesMaster" Target="/ppt/notesMasters/notesMaster1.xml" Id="Re9672e1bb6134c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aad43657474135" /><Relationship Type="http://schemas.openxmlformats.org/officeDocument/2006/relationships/notesMaster" Target="/ppt/notesMasters/notesMaster1.xml" Id="Rb613f4ba46444e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546e16c34b4212" /><Relationship Type="http://schemas.openxmlformats.org/officeDocument/2006/relationships/notesMaster" Target="/ppt/notesMasters/notesMaster1.xml" Id="R2d08cb6fa0f949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f777f29eec4118" /><Relationship Type="http://schemas.openxmlformats.org/officeDocument/2006/relationships/notesMaster" Target="/ppt/notesMasters/notesMaster1.xml" Id="Rb3a0994524f5493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2841b0cabf4b4b" /><Relationship Type="http://schemas.openxmlformats.org/officeDocument/2006/relationships/notesMaster" Target="/ppt/notesMasters/notesMaster1.xml" Id="Re6d606ddff0a45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6f04d96b014db0" /><Relationship Type="http://schemas.openxmlformats.org/officeDocument/2006/relationships/notesMaster" Target="/ppt/notesMasters/notesMaster1.xml" Id="Rad2eca6c152047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3b63828f7140d4" /><Relationship Type="http://schemas.openxmlformats.org/officeDocument/2006/relationships/notesMaster" Target="/ppt/notesMasters/notesMaster1.xml" Id="Rc07404eedda44f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a6965bc6ab4ed0" /><Relationship Type="http://schemas.openxmlformats.org/officeDocument/2006/relationships/notesMaster" Target="/ppt/notesMasters/notesMaster1.xml" Id="Rc8467a64bab44da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98c77f8036434b" /><Relationship Type="http://schemas.openxmlformats.org/officeDocument/2006/relationships/notesMaster" Target="/ppt/notesMasters/notesMaster1.xml" Id="R0761001b567a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Interne Workshopmaterialien: Challenges/Aufgabenblatt.md, Abschnitt Slot 2
- Interne Workshopmaterialien: Challenges/Lehrendenhinweise.md, Erwartete Beschriftung des ReAct-Schaubilds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Interne Workshopmaterialien: Challenges/Lehrendenhinweise.md, Erwartete Beschriftung des ReAct-Schaubilds
- Interne Workshopmaterialien: Challenges/Aufgabenblatt.md, Gemeinsame Aufgabe Login Admin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Interne Workshopmaterialien: Challenges/Lehrendenhinweise.md, Erwartete Beschriftung des ReAct-Schaubilds
- Interne Workshopmaterialien: Challenges/Aufgabenblatt.md, Gemeinsame Aufgabe Login Admin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Workshopmaterialien: Agent/slot2_agent.py, TODOs 1-5 in run_agent</a:t>
            </a:r>
          </a:p>
          <a:p xmlns:a="http://schemas.openxmlformats.org/drawingml/2006/main">
            <a:r>
              <a:t>- Interne Workshopmaterialien: Challenges/Aufgabenblatt.md, Minimale ReAct-Schleife implementieren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Workshopmaterialien: Agent/slot2_agent.py, Referenzlösung für run_agent</a:t>
            </a:r>
          </a:p>
          <a:p xmlns:a="http://schemas.openxmlformats.org/drawingml/2006/main">
            <a:r>
              <a:t>- Interne Workshopmaterialien: Challenges/Aufgabenblatt.md, Minimale ReAct-Schleife implementieren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Workshopmaterialien: Agent/slot2_agent.py, Referenzkontrollfluss für run_agent</a:t>
            </a:r>
          </a:p>
          <a:p xmlns:a="http://schemas.openxmlformats.org/drawingml/2006/main">
            <a:r>
              <a:t>- Interne Workshopmaterialien: Challenges/Aufgabenblatt.md, Minimale ReAct-Schleife implementieren</a:t>
            </a:r>
          </a:p>
          <a:p xmlns:a="http://schemas.openxmlformats.org/drawingml/2006/main">
            <a:r>
              <a:t>Referenzlösung für run_agent:</a:t>
            </a:r>
          </a:p>
          <a:p xmlns:a="http://schemas.openxmlformats.org/drawingml/2006/main">
            <a:r>
              <a:t>messages = [{role: system, content: SYSTEM_PROMPT}, {role: user, content: Ziel und erste Observation}]</a:t>
            </a:r>
          </a:p>
          <a:p xmlns:a="http://schemas.openxmlformats.org/drawingml/2006/main">
            <a:r>
              <a:t>model_output = call_model(messages)</a:t>
            </a:r>
          </a:p>
          <a:p xmlns:a="http://schemas.openxmlformats.org/drawingml/2006/main">
            <a:r>
              <a:t>action = parse_action(model_output)</a:t>
            </a:r>
          </a:p>
          <a:p xmlns:a="http://schemas.openxmlformats.org/drawingml/2006/main">
            <a:r>
              <a:t>if action[type] == finish: return action[answer]</a:t>
            </a:r>
          </a:p>
          <a:p xmlns:a="http://schemas.openxmlformats.org/drawingml/2006/main">
            <a:r>
              <a:t>observation = http_get(action[path])</a:t>
            </a:r>
          </a:p>
          <a:p xmlns:a="http://schemas.openxmlformats.org/drawingml/2006/main">
            <a:r>
              <a:t>messages um assistant-Ausgabe und neue Observation ergänzen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c393106d54c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e2d95f4304f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c41d5e43541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0950001a848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ba6ce65d441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31d3d47dc47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630c003c64a2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42216cefb49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935f2020c40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ab80fd656484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b55a880b64e8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52c68237c4d9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73d1afa6943f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e5ab66ec2481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40a0d748e486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1092eba5241b0" /></Relationships>
</file>

<file path=ppt/slideLayouts/slideLayout1.xml><?xml version="1.0" encoding="utf-8"?>
<p:sldLayout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221C24-7A6A-B681-74AA-29429CAEEE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09750" y="3257550"/>
            <a:ext cx="8572500" cy="904875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algn="ctr">
              <a:buNone/>
              <a:defRPr sz="5400"/>
            </a:lvl1pPr>
          </a:lstStyle>
          <a:p xmlns:a="http://schemas.openxmlformats.org/drawingml/2006/main"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5B13457-E88A-729E-2343-D334E10D5B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1250" y="4210050"/>
            <a:ext cx="7429500" cy="742950"/>
          </a:xfr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Master subtitle style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9862E78-18EB-4EFA-9D08-E08915145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F24BCE-BE82-6FF5-5C7E-8EDA3736F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67F435-C354-B390-F51A-EB54B00EA7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10515600" cy="419100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  <a:p xmlns:a="http://schemas.openxmlformats.org/drawingml/2006/main">
            <a:pPr lvl="1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Second level</a:t>
            </a:r>
          </a:p>
          <a:p xmlns:a="http://schemas.openxmlformats.org/drawingml/2006/main">
            <a:pPr lvl="2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Third level</a:t>
            </a:r>
          </a:p>
          <a:p xmlns:a="http://schemas.openxmlformats.org/drawingml/2006/main">
            <a:pPr lvl="3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Fourth level</a:t>
            </a:r>
          </a:p>
          <a:p xmlns:a="http://schemas.openxmlformats.org/drawingml/2006/main">
            <a:pPr lvl="4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Fifth level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AB83843-CEE0-6E6B-2B30-5A3D986687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87F30370-3D1D-4ECA-8F08-20085C0D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33A0C85-713D-2CA1-7DA5-36A9FA2AB34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714500" y="2286000"/>
            <a:ext cx="8763000" cy="20955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algn="ctr">
              <a:buNone/>
              <a:defRPr sz="4400"/>
            </a:lvl1pPr>
          </a:lstStyle>
          <a:p xmlns:a="http://schemas.openxmlformats.org/drawingml/2006/main">
            <a:pPr lvl="0"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DA0653D-F337-4F6D-B1FC-533A69E1B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C35D15A9-2976-48CB-81B8-836D30CE6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Body Placeholder">
            <a:extLst xmlns:a="http://schemas.openxmlformats.org/drawingml/2006/main">
              <a:ext uri="{FF2B5EF4-FFF2-40B4-BE49-F238E27FC236}">
                <a16:creationId xmlns:a16="http://schemas.microsoft.com/office/drawing/2014/main" id="{AECF7F75-5BCE-40BD-864F-FC30E1E88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428750"/>
            <a:ext cx="105156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t">
            <a:normAutofit/>
          </a:bodyPr>
          <a:lstStyle xmlns:a="http://schemas.openxmlformats.org/drawingml/2006/main"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6081A4D-C841-4779-9AD5-D79FC86F3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CA1C5FAB-7F25-4FE4-AE35-2A21CCA6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4F9784F8-891D-4A64-8B3C-24E4B0A00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Left Text Placeholder">
            <a:extLst xmlns:a="http://schemas.openxmlformats.org/drawingml/2006/main">
              <a:ext uri="{FF2B5EF4-FFF2-40B4-BE49-F238E27FC236}">
                <a16:creationId xmlns:a16="http://schemas.microsoft.com/office/drawing/2014/main" id="{883FD1F3-8EBC-4A2B-AE38-FD26980F9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428750"/>
            <a:ext cx="514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t">
            <a:normAutofit/>
          </a:bodyPr>
          <a:lstStyle xmlns:a="http://schemas.openxmlformats.org/drawingml/2006/main"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4" name="Right Text Placeholder">
            <a:extLst xmlns:a="http://schemas.openxmlformats.org/drawingml/2006/main">
              <a:ext uri="{FF2B5EF4-FFF2-40B4-BE49-F238E27FC236}">
                <a16:creationId xmlns:a16="http://schemas.microsoft.com/office/drawing/2014/main" id="{70B74D96-4273-4B51-8B47-FC917DE3DF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10300" y="1428750"/>
            <a:ext cx="514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t">
            <a:normAutofit/>
          </a:bodyPr>
          <a:lstStyle xmlns:a="http://schemas.openxmlformats.org/drawingml/2006/main"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8838A7C-CF7E-46D1-9126-0866CB0A76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E75DE2CB-D4FF-46BA-A3E6-B836C155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uote Placeholder">
            <a:extLst xmlns:a="http://schemas.openxmlformats.org/drawingml/2006/main">
              <a:ext uri="{FF2B5EF4-FFF2-40B4-BE49-F238E27FC236}">
                <a16:creationId xmlns:a16="http://schemas.microsoft.com/office/drawing/2014/main" id="{33DEF908-3D8A-4F68-8E74-19F3AC5D2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4000" y="1714500"/>
            <a:ext cx="9144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ctr">
            <a:normAutofit/>
          </a:bodyPr>
          <a:lstStyle xmlns:a="http://schemas.openxmlformats.org/drawingml/2006/main">
            <a:lvl1pPr algn="ctr">
              <a:buNone/>
              <a:defRPr sz="3800" i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ctr">
              <a:buNone/>
              <a:def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quote text</a:t>
            </a:r>
          </a:p>
        </p:txBody>
      </p:sp>
      <p:sp>
        <p:nvSpPr>
          <p:cNvPr id="3" name="Attribution Placeholder">
            <a:extLst xmlns:a="http://schemas.openxmlformats.org/drawingml/2006/main">
              <a:ext uri="{FF2B5EF4-FFF2-40B4-BE49-F238E27FC236}">
                <a16:creationId xmlns:a16="http://schemas.microsoft.com/office/drawing/2014/main" id="{74538CE1-E0A6-4103-9742-664A7936CE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667000" y="4524375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 algn="ctr">
              <a:buNone/>
              <a:defRPr sz="18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attribution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A3A86A2-6840-4884-B037-0B0ABC220F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B5D36575-52AF-4EFB-BA48-28C0C629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Full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F7244EC5-DBE0-4E4E-934F-0A582DA46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A7AC0A22-DBDE-40F0-8952-F6705EE7895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838200" y="1257300"/>
            <a:ext cx="10515600" cy="455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200">
                <a:solidFill>
                  <a:schemeClr val="tx1">
                    <a:tint val="60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B562615-7B03-4913-9403-C32F2C1161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E9478C55-B794-482E-8508-58C1E882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Three Columns / 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C33A3A1A-A9DC-4FEC-BA0E-18D544CD9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9B4A7A8-AC27-4DEA-B93F-885A62F7A7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Comparison panel 1">
            <a:extLst xmlns:a="http://schemas.openxmlformats.org/drawingml/2006/main">
              <a:ext uri="{FF2B5EF4-FFF2-40B4-BE49-F238E27FC236}">
                <a16:creationId xmlns:a16="http://schemas.microsoft.com/office/drawing/2014/main" id="{2896FAD3-11B9-4AB2-94F7-127D6526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352800" cy="36385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33180FA-F1C1-43F7-A022-B9CD36D601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619250"/>
            <a:ext cx="3352800" cy="363855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10" name="Comparison panel 2">
            <a:extLst xmlns:a="http://schemas.openxmlformats.org/drawingml/2006/main">
              <a:ext uri="{FF2B5EF4-FFF2-40B4-BE49-F238E27FC236}">
                <a16:creationId xmlns:a16="http://schemas.microsoft.com/office/drawing/2014/main" id="{D8DE8C12-C349-4682-B617-8B456A23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36385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4F4786-B17C-4D3E-8352-4D9DFE6567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19600" y="1619250"/>
            <a:ext cx="3352800" cy="363855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6" name="Content panel 3">
            <a:extLst xmlns:a="http://schemas.openxmlformats.org/drawingml/2006/main">
              <a:ext uri="{FF2B5EF4-FFF2-40B4-BE49-F238E27FC236}">
                <a16:creationId xmlns:a16="http://schemas.microsoft.com/office/drawing/2014/main" id="{E79DFF55-2F99-4000-8F44-014A048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52800" cy="36385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C25E4EE-7438-4EC1-BFB7-DEFE5B82941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001000" y="1619250"/>
            <a:ext cx="3352800" cy="363855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8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922EC263-AA0F-4360-93BD-39E0D0E9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Imag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9D7F1EC9-5078-4779-A590-6E0F3B035C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8D55A2F-4D29-405E-A068-DBCAD32190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472AA9DB-4A58-4BEC-9099-B411EA4134F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614107" y="1428750"/>
            <a:ext cx="4563142" cy="4191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picture</a:t>
            </a:r>
          </a:p>
        </p:txBody>
      </p:sp>
      <p:sp>
        <p:nvSpPr>
          <p:cNvPr id="5" name="Content panel 2">
            <a:extLst xmlns:a="http://schemas.openxmlformats.org/drawingml/2006/main">
              <a:ext uri="{FF2B5EF4-FFF2-40B4-BE49-F238E27FC236}">
                <a16:creationId xmlns:a16="http://schemas.microsoft.com/office/drawing/2014/main" id="{7D2011CC-1508-459F-9A8B-8D6E0798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550" y="2115598"/>
            <a:ext cx="4398550" cy="28174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0456F7-59AD-4282-8587-69B006BCD0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63550" y="2115598"/>
            <a:ext cx="4398550" cy="281740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7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F68C8A2D-A045-43B3-82EE-3EC1A19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2D483271-9E16-4A09-B48C-F5AF30416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E45E6E7-DB62-4A08-AF07-D01D5489F8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Image explanation panel">
            <a:extLst xmlns:a="http://schemas.openxmlformats.org/drawingml/2006/main">
              <a:ext uri="{FF2B5EF4-FFF2-40B4-BE49-F238E27FC236}">
                <a16:creationId xmlns:a16="http://schemas.microsoft.com/office/drawing/2014/main" id="{3E456DC3-FC21-4B97-BC0A-D255C5A5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01" y="2115598"/>
            <a:ext cx="4398550" cy="28174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F05F30EE-2393-4322-851C-2FF75A0858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9901" y="2115598"/>
            <a:ext cx="4398550" cy="281740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5" name="Picture panel 2">
            <a:extLst xmlns:a="http://schemas.openxmlformats.org/drawingml/2006/main">
              <a:ext uri="{FF2B5EF4-FFF2-40B4-BE49-F238E27FC236}">
                <a16:creationId xmlns:a16="http://schemas.microsoft.com/office/drawing/2014/main" id="{134A6470-06D9-47A2-83E1-F90E44B3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752" y="1428750"/>
            <a:ext cx="4563142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6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2722097-74C2-4E68-8747-B0D9344F5DD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14752" y="1428750"/>
            <a:ext cx="4563142" cy="4191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picture</a:t>
            </a:r>
          </a:p>
        </p:txBody>
      </p:sp>
      <p:sp>
        <p:nvSpPr>
          <p:cNvPr id="7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425136EC-85B9-46B9-9B9C-E5BAA05F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Key Figur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7C94EFF5-A12E-4E29-8E74-6912388DE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B0FB011-12CB-4475-B18C-043EB5A4B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Metric panel 1">
            <a:extLst xmlns:a="http://schemas.openxmlformats.org/drawingml/2006/main">
              <a:ext uri="{FF2B5EF4-FFF2-40B4-BE49-F238E27FC236}">
                <a16:creationId xmlns:a16="http://schemas.microsoft.com/office/drawing/2014/main" id="{2FE943A5-C94B-4047-855D-2ED69316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3352800" cy="12001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8979CC02-91CB-4056-8043-D2FE200938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371600"/>
            <a:ext cx="3352800" cy="1200150"/>
          </a:xfrm>
        </p:spPr>
        <p:txBody>
          <a:bodyPr xmlns:a="http://schemas.openxmlformats.org/drawingml/2006/main" lIns="190500" tIns="171450" rIns="190500" bIns="171450" anchor="ctr"/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0" name="Metric panel 2">
            <a:extLst xmlns:a="http://schemas.openxmlformats.org/drawingml/2006/main">
              <a:ext uri="{FF2B5EF4-FFF2-40B4-BE49-F238E27FC236}">
                <a16:creationId xmlns:a16="http://schemas.microsoft.com/office/drawing/2014/main" id="{472E48AC-D775-4BEF-A4A5-30E7E967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71600"/>
            <a:ext cx="3352800" cy="12001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E0C6D1-28C9-4D2D-8B48-6542598192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19600" y="1371600"/>
            <a:ext cx="3352800" cy="1200150"/>
          </a:xfrm>
        </p:spPr>
        <p:txBody>
          <a:bodyPr xmlns:a="http://schemas.openxmlformats.org/drawingml/2006/main" lIns="190500" tIns="171450" rIns="190500" bIns="171450" anchor="ctr"/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6" name="Content panel 3">
            <a:extLst xmlns:a="http://schemas.openxmlformats.org/drawingml/2006/main">
              <a:ext uri="{FF2B5EF4-FFF2-40B4-BE49-F238E27FC236}">
                <a16:creationId xmlns:a16="http://schemas.microsoft.com/office/drawing/2014/main" id="{E3D16A00-F704-4BF0-9047-A5F34A61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71600"/>
            <a:ext cx="3352800" cy="12001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2B6FD00-BB61-4977-819E-F199FBB21F2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001000" y="1371600"/>
            <a:ext cx="3352800" cy="1200150"/>
          </a:xfrm>
        </p:spPr>
        <p:txBody>
          <a:bodyPr xmlns:a="http://schemas.openxmlformats.org/drawingml/2006/main" lIns="190500" tIns="171450" rIns="190500" bIns="171450" anchor="ctr"/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1" name="Evidence panel">
            <a:extLst xmlns:a="http://schemas.openxmlformats.org/drawingml/2006/main">
              <a:ext uri="{FF2B5EF4-FFF2-40B4-BE49-F238E27FC236}">
                <a16:creationId xmlns:a16="http://schemas.microsoft.com/office/drawing/2014/main" id="{F4FFA19A-266D-4399-BA0B-167C0EB4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0515600" cy="28194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12" name="placeholder_6">
            <a:extLst xmlns:a="http://schemas.openxmlformats.org/drawingml/2006/main">
              <a:ext uri="{FF2B5EF4-FFF2-40B4-BE49-F238E27FC236}">
                <a16:creationId xmlns:a16="http://schemas.microsoft.com/office/drawing/2014/main" id="{3B8937F5-3082-45F9-94A0-F497F81D9F0B}"/>
              </a:ext>
            </a:extLst>
          </p:cNvPr>
          <p:cNvSpPr>
            <a:spLocks xmlns:a="http://schemas.openxmlformats.org/drawingml/2006/main" noGrp="1"/>
          </p:cNvSpPr>
          <p:nvPr>
            <p:ph type="chart" idx="4"/>
          </p:nvPr>
        </p:nvSpPr>
        <p:spPr>
          <a:xfrm xmlns:a="http://schemas.openxmlformats.org/drawingml/2006/main">
            <a:off x="1123950" y="3086100"/>
            <a:ext cx="994410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add chart or key evidence</a:t>
            </a:r>
          </a:p>
        </p:txBody>
      </p:sp>
      <p:sp>
        <p:nvSpPr>
          <p:cNvPr id="8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C78FD780-60CF-42AF-8150-5E1E06A4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Code / Comma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D71D4B9C-A036-4ACA-BB77-42508E578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D98FF72-8A23-42C8-A134-78CCC11947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Content panel 1">
            <a:extLst xmlns:a="http://schemas.openxmlformats.org/drawingml/2006/main">
              <a:ext uri="{FF2B5EF4-FFF2-40B4-BE49-F238E27FC236}">
                <a16:creationId xmlns:a16="http://schemas.microsoft.com/office/drawing/2014/main" id="{CC013E72-9976-4AC2-A3BF-9414B4D6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5156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48536D"/>
            </a:solidFill>
            <a:prstDash val="solid"/>
          </a:ln>
        </p:spPr>
      </p:sp>
      <p:sp>
        <p:nvSpPr>
          <p:cNvPr id="5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29053639-32F6-413A-81A7-38C632E3EB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428750"/>
            <a:ext cx="10515600" cy="4191000"/>
          </a:xfrm>
        </p:spPr>
        <p:txBody>
          <a:bodyPr xmlns:a="http://schemas.openxmlformats.org/drawingml/2006/main" lIns="266700" tIns="247650" rIns="266700" bIns="247650" anchor="t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Paste code or a command here</a:t>
            </a:r>
          </a:p>
        </p:txBody>
      </p:sp>
      <p:sp>
        <p:nvSpPr>
          <p:cNvPr id="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91194A3A-7FC6-4DB9-A5CD-26B00B58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Code + Explan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4D163290-2818-43E6-A662-9A35070CD3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9BE75ED-38B6-4444-9C52-94309E2E3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Code panel">
            <a:extLst xmlns:a="http://schemas.openxmlformats.org/drawingml/2006/main">
              <a:ext uri="{FF2B5EF4-FFF2-40B4-BE49-F238E27FC236}">
                <a16:creationId xmlns:a16="http://schemas.microsoft.com/office/drawing/2014/main" id="{2267A199-8232-4A9A-964B-3842591E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6153150" cy="4191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C5DDB067-D827-440A-8E83-1913EA6B07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428750"/>
            <a:ext cx="6153150" cy="419100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t>Paste code here</a:t>
            </a:r>
          </a:p>
        </p:txBody>
      </p:sp>
      <p:sp>
        <p:nvSpPr>
          <p:cNvPr id="5" name="Content panel 2">
            <a:extLst xmlns:a="http://schemas.openxmlformats.org/drawingml/2006/main">
              <a:ext uri="{FF2B5EF4-FFF2-40B4-BE49-F238E27FC236}">
                <a16:creationId xmlns:a16="http://schemas.microsoft.com/office/drawing/2014/main" id="{5B33C448-78C7-449D-851D-03D14D61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4133850" cy="41910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48536D"/>
            </a:solidFill>
            <a:prstDash val="solid"/>
          </a:ln>
        </p:spPr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56BC92-D01A-4B9E-B75C-7B8C303BF4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19950" y="1428750"/>
            <a:ext cx="4133850" cy="4191000"/>
          </a:xfrm>
        </p:spPr>
        <p:txBody>
          <a:bodyPr xmlns:a="http://schemas.openxmlformats.org/drawingml/2006/main" lIns="247650" tIns="209550" rIns="247650" bIns="209550" anchor="t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Explain what matters</a:t>
            </a:r>
          </a:p>
        </p:txBody>
      </p:sp>
      <p:sp>
        <p:nvSpPr>
          <p:cNvPr id="7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D2898F6C-EC88-404B-A85A-732E57F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Closing /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EE608FFB-3F47-4C84-A68C-F3160FE4C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2381250"/>
            <a:ext cx="8572500" cy="952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ubtitle Placeholder">
            <a:extLst xmlns:a="http://schemas.openxmlformats.org/drawingml/2006/main">
              <a:ext uri="{FF2B5EF4-FFF2-40B4-BE49-F238E27FC236}">
                <a16:creationId xmlns:a16="http://schemas.microsoft.com/office/drawing/2014/main" id="{44ADC0E7-F402-458D-9D07-D113DA417D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1250" y="3524250"/>
            <a:ext cx="7429500" cy="7620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Contact or next step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AE97534-3B68-465D-B918-7D768D1146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Blank Brande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8727E097-492E-4EA0-9F02-97BEE7E2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244B10-2239-4020-9B30-5EBFD810F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EF733AD4-02BC-4223-82D0-97F842FBB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Table panel">
            <a:extLst xmlns:a="http://schemas.openxmlformats.org/drawingml/2006/main">
              <a:ext uri="{FF2B5EF4-FFF2-40B4-BE49-F238E27FC236}">
                <a16:creationId xmlns:a16="http://schemas.microsoft.com/office/drawing/2014/main" id="{E584E24A-8DAF-4CD2-8A9A-3C81C71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515600" cy="4191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Table Content Placeholder">
            <a:extLst xmlns:a="http://schemas.openxmlformats.org/drawingml/2006/main">
              <a:ext uri="{FF2B5EF4-FFF2-40B4-BE49-F238E27FC236}">
                <a16:creationId xmlns:a16="http://schemas.microsoft.com/office/drawing/2014/main" id="{D68100DA-7C1E-4D9B-AF3E-0972E4B368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762125"/>
            <a:ext cx="9944100" cy="314325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table</a:t>
            </a:r>
          </a:p>
        </p:txBody>
      </p:sp>
      <p:sp>
        <p:nvSpPr>
          <p:cNvPr id="5" name="Table Caption Placeholder">
            <a:extLst xmlns:a="http://schemas.openxmlformats.org/drawingml/2006/main">
              <a:ext uri="{FF2B5EF4-FFF2-40B4-BE49-F238E27FC236}">
                <a16:creationId xmlns:a16="http://schemas.microsoft.com/office/drawing/2014/main" id="{CC75B18B-3DC1-41D3-937E-08244CB7D1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23950" y="5086350"/>
            <a:ext cx="994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t">
            <a:normAutofit/>
          </a:bodyPr>
          <a:lstStyle xmlns:a="http://schemas.openxmlformats.org/drawingml/2006/main"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ctr">
              <a:buNone/>
              <a:defRPr sz="9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Add a concise table note or interpretation</a:t>
            </a:r>
          </a:p>
        </p:txBody>
      </p:sp>
      <p:sp>
        <p:nvSpPr>
          <p:cNvPr id="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475D5017-EA27-4F8A-A924-8E58189A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6719998-640C-42FA-B65E-A15DB1508D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eb72ca8df244a8f" /><Relationship Type="http://schemas.openxmlformats.org/officeDocument/2006/relationships/image" Target="/ppt/media/image2.png" Id="R8e49510b6c1d4b25" /><Relationship Type="http://schemas.openxmlformats.org/officeDocument/2006/relationships/theme" Target="/ppt/slideMasters/theme/theme2.xml" Id="R72d84b299dd44199" /><Relationship Type="http://schemas.openxmlformats.org/officeDocument/2006/relationships/slideLayout" Target="/ppt/slideLayouts/slideLayout1.xml" Id="Re4bce336c455491c" /><Relationship Type="http://schemas.openxmlformats.org/officeDocument/2006/relationships/slideLayout" Target="/ppt/slideLayouts/slideLayout2.xml" Id="Rd8e9785adea14cd9" /><Relationship Type="http://schemas.openxmlformats.org/officeDocument/2006/relationships/slideLayout" Target="/ppt/slideLayouts/slideLayout3.xml" Id="R071f1f404b2843ef" /><Relationship Type="http://schemas.openxmlformats.org/officeDocument/2006/relationships/slideLayout" Target="/ppt/slideLayouts/slideLayout4.xml" Id="Rdce216c7cbf74224" /><Relationship Type="http://schemas.openxmlformats.org/officeDocument/2006/relationships/slideLayout" Target="/ppt/slideLayouts/slideLayout5.xml" Id="R0870406b00884079" /><Relationship Type="http://schemas.openxmlformats.org/officeDocument/2006/relationships/slideLayout" Target="/ppt/slideLayouts/slideLayout6.xml" Id="Ra26da8023ea648dd" /><Relationship Type="http://schemas.openxmlformats.org/officeDocument/2006/relationships/slideLayout" Target="/ppt/slideLayouts/slideLayout7.xml" Id="R357fb6cda3dd411a" /><Relationship Type="http://schemas.openxmlformats.org/officeDocument/2006/relationships/slideLayout" Target="/ppt/slideLayouts/slideLayout8.xml" Id="R76072b07a7ca40eb" /><Relationship Type="http://schemas.openxmlformats.org/officeDocument/2006/relationships/slideLayout" Target="/ppt/slideLayouts/slideLayout9.xml" Id="R3ee9806f0ca74432" /><Relationship Type="http://schemas.openxmlformats.org/officeDocument/2006/relationships/slideLayout" Target="/ppt/slideLayouts/slideLayout10.xml" Id="Rfc5b61674d594081" /><Relationship Type="http://schemas.openxmlformats.org/officeDocument/2006/relationships/slideLayout" Target="/ppt/slideLayouts/slideLayout11.xml" Id="Rc697e7aa6e2d4d5d" /><Relationship Type="http://schemas.openxmlformats.org/officeDocument/2006/relationships/slideLayout" Target="/ppt/slideLayouts/slideLayout12.xml" Id="Rcaa5781984d34574" /><Relationship Type="http://schemas.openxmlformats.org/officeDocument/2006/relationships/slideLayout" Target="/ppt/slideLayouts/slideLayout13.xml" Id="Rd5e14e7a503c4eab" /><Relationship Type="http://schemas.openxmlformats.org/officeDocument/2006/relationships/slideLayout" Target="/ppt/slideLayouts/slideLayout14.xml" Id="R9d05f48a7b874d27" /><Relationship Type="http://schemas.openxmlformats.org/officeDocument/2006/relationships/slideLayout" Target="/ppt/slideLayouts/slideLayout15.xml" Id="R50f7ba86bf984c21" /><Relationship Type="http://schemas.openxmlformats.org/officeDocument/2006/relationships/slideLayout" Target="/ppt/slideLayouts/slideLayout16.xml" Id="Rfc6f66f1eb764974" /></Relationships>
</file>

<file path=ppt/slideMasters/slideMaster1.xml><?xml version="1.0" encoding="utf-8"?>
<p:sldMaster xmlns:p="http://schemas.openxmlformats.org/presentationml/2006/main">
  <p:cSld name="Serify Master">
    <p:bg>
      <p:bgPr>
        <a:solidFill xmlns:a="http://schemas.openxmlformats.org/drawingml/2006/main">
          <a:srgbClr val="E6E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72ca8df244a8f">
            <a:alphaModFix amt="7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008295" cy="6857999"/>
          </a:xfrm>
          <a:prstGeom xmlns:a="http://schemas.openxmlformats.org/drawingml/2006/main" prst="rect">
            <a:avLst/>
          </a:prstGeom>
        </p:spPr>
      </p:pic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8BFABE0-195D-C941-5E85-5C3B85F59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BF56EF-C63C-95C1-9E97-66C4844FB4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E2DA7B-B1E7-24C3-2A34-1154C781E2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3" name="Grafik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9510b6c1d4b25"/>
          <a:stretch xmlns:a="http://schemas.openxmlformats.org/drawingml/2006/main"/>
        </p:blipFill>
        <p:spPr>
          <a:xfrm xmlns:a="http://schemas.openxmlformats.org/drawingml/2006/main">
            <a:off x="11382375" y="193834"/>
            <a:ext cx="400050" cy="39338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bce336c455491c"/>
    <p:sldLayoutId xmlns:r="http://schemas.openxmlformats.org/officeDocument/2006/relationships" id="2147483650" r:id="Rd8e9785adea14cd9"/>
    <p:sldLayoutId xmlns:r="http://schemas.openxmlformats.org/officeDocument/2006/relationships" id="2147483651" r:id="R071f1f404b2843ef"/>
    <p:sldLayoutId xmlns:r="http://schemas.openxmlformats.org/officeDocument/2006/relationships" id="2147483652" r:id="Rdce216c7cbf74224"/>
    <p:sldLayoutId xmlns:r="http://schemas.openxmlformats.org/officeDocument/2006/relationships" id="2147483653" r:id="R0870406b00884079"/>
    <p:sldLayoutId xmlns:r="http://schemas.openxmlformats.org/officeDocument/2006/relationships" id="2147483654" r:id="Ra26da8023ea648dd"/>
    <p:sldLayoutId xmlns:r="http://schemas.openxmlformats.org/officeDocument/2006/relationships" id="2147483655" r:id="R357fb6cda3dd411a"/>
    <p:sldLayoutId xmlns:r="http://schemas.openxmlformats.org/officeDocument/2006/relationships" id="2147483656" r:id="R76072b07a7ca40eb"/>
    <p:sldLayoutId xmlns:r="http://schemas.openxmlformats.org/officeDocument/2006/relationships" id="2147483657" r:id="R3ee9806f0ca74432"/>
    <p:sldLayoutId xmlns:r="http://schemas.openxmlformats.org/officeDocument/2006/relationships" id="2147483658" r:id="Rfc5b61674d594081"/>
    <p:sldLayoutId xmlns:r="http://schemas.openxmlformats.org/officeDocument/2006/relationships" id="2147483659" r:id="Rc697e7aa6e2d4d5d"/>
    <p:sldLayoutId xmlns:r="http://schemas.openxmlformats.org/officeDocument/2006/relationships" id="2147483660" r:id="Rcaa5781984d34574"/>
    <p:sldLayoutId xmlns:r="http://schemas.openxmlformats.org/officeDocument/2006/relationships" id="2147483661" r:id="Rd5e14e7a503c4eab"/>
    <p:sldLayoutId xmlns:r="http://schemas.openxmlformats.org/officeDocument/2006/relationships" id="2147483662" r:id="R9d05f48a7b874d27"/>
    <p:sldLayoutId xmlns:r="http://schemas.openxmlformats.org/officeDocument/2006/relationships" id="2147483663" r:id="R50f7ba86bf984c21"/>
    <p:sldLayoutId xmlns:r="http://schemas.openxmlformats.org/officeDocument/2006/relationships" id="2147483664" r:id="Rfc6f66f1eb76497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rgbClr val="111111"/>
          </a:solidFill>
          <a:latin typeface="Avenir Next"/>
          <a:ea typeface="Avenir Next"/>
          <a:cs typeface="Avenir Next"/>
        </a:defRPr>
      </a:lvl1pPr>
    </p:titleStyle>
    <p:bodyStyle>
      <a:lvl1pPr xmlns:a="http://schemas.openxmlformats.org/drawingml/2006/main" marL="342900" indent="-228600" algn="l" defTabSz="914400">
        <a:lnSpc>
          <a:spcPct val="115000"/>
        </a:lnSpc>
        <a:spcBef>
          <a:spcPts val="0"/>
        </a:spcBef>
        <a:spcAft>
          <a:spcPts val="1400"/>
        </a:spcAft>
        <a:buFont typeface="Avenir Next"/>
        <a:buChar char="•"/>
        <a:defRPr sz="2800" kern="1200">
          <a:solidFill>
            <a:srgbClr val="111111"/>
          </a:solidFill>
          <a:latin typeface="Avenir Next"/>
          <a:ea typeface="Avenir Next"/>
          <a:cs typeface="Avenir Next"/>
        </a:defRPr>
      </a:lvl1pPr>
      <a:lvl2pPr xmlns:a="http://schemas.openxmlformats.org/drawingml/2006/main" marL="800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400" kern="1200">
          <a:solidFill>
            <a:srgbClr val="111111"/>
          </a:solidFill>
          <a:latin typeface="Avenir Next"/>
          <a:ea typeface="Avenir Next"/>
          <a:cs typeface="Avenir Next"/>
        </a:defRPr>
      </a:lvl2pPr>
      <a:lvl3pPr xmlns:a="http://schemas.openxmlformats.org/drawingml/2006/main" marL="1257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000" kern="1200">
          <a:solidFill>
            <a:srgbClr val="111111"/>
          </a:solidFill>
          <a:latin typeface="Avenir Next"/>
          <a:ea typeface="Avenir Next"/>
          <a:cs typeface="Avenir Next"/>
        </a:defRPr>
      </a:lvl3pPr>
      <a:lvl4pPr xmlns:a="http://schemas.openxmlformats.org/drawingml/2006/main" marL="1714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4pPr>
      <a:lvl5pPr xmlns:a="http://schemas.openxmlformats.org/drawingml/2006/main" marL="21717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5pPr>
      <a:lvl6pPr xmlns:a="http://schemas.openxmlformats.org/drawingml/2006/main" marL="26289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6pPr>
      <a:lvl7pPr xmlns:a="http://schemas.openxmlformats.org/drawingml/2006/main" marL="3086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7pPr>
      <a:lvl8pPr xmlns:a="http://schemas.openxmlformats.org/drawingml/2006/main" marL="3543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8pPr>
      <a:lvl9pPr xmlns:a="http://schemas.openxmlformats.org/drawingml/2006/main" marL="4000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9pPr>
    </p:otherStyle>
  </p:txStyles>
</p:sldMaster>
</file>

<file path=ppt/slideMasters/theme/theme2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640f8e617a44cf" /><Relationship Type="http://schemas.openxmlformats.org/officeDocument/2006/relationships/notesSlide" Target="/ppt/notesSlides/notesSlide1.xml" Id="R97fe6a90234744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c2f6b5780fc472e" /><Relationship Type="http://schemas.openxmlformats.org/officeDocument/2006/relationships/notesSlide" Target="/ppt/notesSlides/notesSlide2.xml" Id="R146e7cbb259b4a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d95b68125234e8f" /><Relationship Type="http://schemas.openxmlformats.org/officeDocument/2006/relationships/notesSlide" Target="/ppt/notesSlides/notesSlide3.xml" Id="R6e01c7fda9e947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97ce3eb029a42df" /><Relationship Type="http://schemas.openxmlformats.org/officeDocument/2006/relationships/notesSlide" Target="/ppt/notesSlides/notesSlide4.xml" Id="R0bb02c37f40f4c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8a206b6068e4334" /><Relationship Type="http://schemas.openxmlformats.org/officeDocument/2006/relationships/notesSlide" Target="/ppt/notesSlides/notesSlide5.xml" Id="R4f6200214b0140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8af063623b54a44" /><Relationship Type="http://schemas.openxmlformats.org/officeDocument/2006/relationships/notesSlide" Target="/ppt/notesSlides/notesSlide6.xml" Id="Rf326052a87344f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37b3b6408764f3b" /><Relationship Type="http://schemas.openxmlformats.org/officeDocument/2006/relationships/notesSlide" Target="/ppt/notesSlides/notesSlide7.xml" Id="R63bb461a71334f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7029c67808d4c5b" /><Relationship Type="http://schemas.openxmlformats.org/officeDocument/2006/relationships/image" Target="/ppt/media/image3.png" Id="R2cba27fb18bc4db5" /><Relationship Type="http://schemas.openxmlformats.org/officeDocument/2006/relationships/image" Target="/ppt/media/image4.png" Id="Rf0607973daed4d5b" /><Relationship Type="http://schemas.openxmlformats.org/officeDocument/2006/relationships/notesSlide" Target="/ppt/notesSlides/notesSlide8.xml" Id="Rbd25276d834d48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7ecc66e18724f0b" /><Relationship Type="http://schemas.openxmlformats.org/officeDocument/2006/relationships/image" Target="/ppt/media/image3.png" Id="Ra62e9c2b1e464ae7" /><Relationship Type="http://schemas.openxmlformats.org/officeDocument/2006/relationships/image" Target="/ppt/media/image4.png" Id="Rec42e9ef2b704493" /><Relationship Type="http://schemas.openxmlformats.org/officeDocument/2006/relationships/notesSlide" Target="/ppt/notesSlides/notesSlide9.xml" Id="Ra114acdc38d942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f37fe9ca6b54173" /><Relationship Type="http://schemas.openxmlformats.org/officeDocument/2006/relationships/notesSlide" Target="/ppt/notesSlides/notesSlide10.xml" Id="R90a051c8d66543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52c5e4751974fe2" /><Relationship Type="http://schemas.openxmlformats.org/officeDocument/2006/relationships/image" Target="/ppt/media/image5.png" Id="R9131afd5b9ce4c7c" /><Relationship Type="http://schemas.openxmlformats.org/officeDocument/2006/relationships/notesSlide" Target="/ppt/notesSlides/notesSlide11.xml" Id="Rd9964681388b40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6559e22eecf42d8" /><Relationship Type="http://schemas.openxmlformats.org/officeDocument/2006/relationships/notesSlide" Target="/ppt/notesSlides/notesSlide12.xml" Id="R02418a90e13a45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8bbf3190e6e4fb7" /><Relationship Type="http://schemas.openxmlformats.org/officeDocument/2006/relationships/notesSlide" Target="/ppt/notesSlides/notesSlide13.xml" Id="Rdbe9826946214d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1c34f9d2eba4a56" /><Relationship Type="http://schemas.openxmlformats.org/officeDocument/2006/relationships/notesSlide" Target="/ppt/notesSlides/notesSlide14.xml" Id="Rbe25715cd8814a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fc9f1b69f9f4bf6" /><Relationship Type="http://schemas.openxmlformats.org/officeDocument/2006/relationships/image" Target="/ppt/media/image3.png" Id="R83633906fc144418" /><Relationship Type="http://schemas.openxmlformats.org/officeDocument/2006/relationships/image" Target="/ppt/media/image6.png" Id="R118f61af63384dc7" /><Relationship Type="http://schemas.openxmlformats.org/officeDocument/2006/relationships/notesSlide" Target="/ppt/notesSlides/notesSlide15.xml" Id="R3ff2219ee4d94a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91aaca141c94dd7" /><Relationship Type="http://schemas.openxmlformats.org/officeDocument/2006/relationships/notesSlide" Target="/ppt/notesSlides/notesSlide16.xml" Id="Racfeb49cd47a43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99bf7c73f7140d6" /><Relationship Type="http://schemas.openxmlformats.org/officeDocument/2006/relationships/notesSlide" Target="/ppt/notesSlides/notesSlide17.xml" Id="R19c6c9cfa22e49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d2bf3a5c5994476" /><Relationship Type="http://schemas.openxmlformats.org/officeDocument/2006/relationships/notesSlide" Target="/ppt/notesSlides/notesSlide18.xml" Id="Red9a28590f1846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61b37c261c74eb7" /><Relationship Type="http://schemas.openxmlformats.org/officeDocument/2006/relationships/notesSlide" Target="/ppt/notesSlides/notesSlide19.xml" Id="Ra060037c762944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a201e45b09c4871" /><Relationship Type="http://schemas.openxmlformats.org/officeDocument/2006/relationships/image" Target="/ppt/media/image3.png" Id="Rdf1fb3a568ee4299" /><Relationship Type="http://schemas.openxmlformats.org/officeDocument/2006/relationships/notesSlide" Target="/ppt/notesSlides/notesSlide20.xml" Id="R709eef2247ba4e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b66be1baed04b7b" /><Relationship Type="http://schemas.openxmlformats.org/officeDocument/2006/relationships/notesSlide" Target="/ppt/notesSlides/notesSlide21.xml" Id="R4484f5c6b741425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92a2d35da2b4bbf" /><Relationship Type="http://schemas.openxmlformats.org/officeDocument/2006/relationships/notesSlide" Target="/ppt/notesSlides/notesSlide22.xml" Id="Rb6187fa31bb541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pening-kicker">
            <a:extLst xmlns:a="http://schemas.openxmlformats.org/drawingml/2006/main">
              <a:ext uri="{FF2B5EF4-FFF2-40B4-BE49-F238E27FC236}">
                <a16:creationId xmlns:a16="http://schemas.microsoft.com/office/drawing/2014/main" id="{30B8C4EB-4D7D-4BD0-8D73-BCD5697D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85D8A"/>
                </a:solidFill>
              </a:defRPr>
            </a:pPr>
            <a:r>
              <a:rPr sz="1275" b="1">
                <a:solidFill>
                  <a:srgbClr val="385D8A"/>
                </a:solidFill>
              </a:rPr>
              <a:t>STUDIENSTIFTUNG AG CYBERRAUM</a:t>
            </a:r>
          </a:p>
        </p:txBody>
      </p:sp>
      <p:sp>
        <p:nvSpPr>
          <p:cNvPr id="6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9A163DC6-1A05-42D1-B56F-566B247E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6324A"/>
                </a:solidFill>
              </a:defRPr>
            </a:pPr>
            <a:r>
              <a:rPr sz="4350" b="1">
                <a:solidFill>
                  <a:srgbClr val="26324A"/>
                </a:solidFill>
              </a:rPr>
              <a:t>Vom Sprachmodell zum Agenten</a:t>
            </a:r>
          </a:p>
        </p:txBody>
      </p:sp>
      <p:sp>
        <p:nvSpPr>
          <p:cNvPr id="7" name="opening-subtitle">
            <a:extLst xmlns:a="http://schemas.openxmlformats.org/drawingml/2006/main">
              <a:ext uri="{FF2B5EF4-FFF2-40B4-BE49-F238E27FC236}">
                <a16:creationId xmlns:a16="http://schemas.microsoft.com/office/drawing/2014/main" id="{F53D1846-7973-4874-A738-33A10F6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819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C667A"/>
                </a:solidFill>
              </a:defRPr>
            </a:pPr>
            <a:r>
              <a:rPr sz="2025" b="0">
                <a:solidFill>
                  <a:srgbClr val="5C667A"/>
                </a:solidFill>
              </a:rPr>
              <a:t>Vier Ebenen sauber trennen, ReAct als Arbeitszyklus verstehen</a:t>
            </a:r>
          </a:p>
        </p:txBody>
      </p:sp>
      <p:sp>
        <p:nvSpPr>
          <p:cNvPr id="8" name="opening-rule">
            <a:extLst xmlns:a="http://schemas.openxmlformats.org/drawingml/2006/main">
              <a:ext uri="{FF2B5EF4-FFF2-40B4-BE49-F238E27FC236}">
                <a16:creationId xmlns:a16="http://schemas.microsoft.com/office/drawing/2014/main" id="{AFD281E0-762F-4CF8-B3EE-9FEFD88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85D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pening-question">
            <a:extLst xmlns:a="http://schemas.openxmlformats.org/drawingml/2006/main">
              <a:ext uri="{FF2B5EF4-FFF2-40B4-BE49-F238E27FC236}">
                <a16:creationId xmlns:a16="http://schemas.microsoft.com/office/drawing/2014/main" id="{D7CE8B3A-4CCB-4E4B-AD18-27AC9065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6324A"/>
                </a:solidFill>
              </a:defRPr>
            </a:pPr>
            <a:r>
              <a:rPr sz="1950" b="1">
                <a:solidFill>
                  <a:srgbClr val="26324A"/>
                </a:solidFill>
              </a:rPr>
              <a:t>Wie wählt ein Agent nach einer Beobachtung die nächste Aktion?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BA90207-CAB3-4389-B0A8-C5F9675D1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315218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2598689-54C9-18A7-3A19-ED76AA08988F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46A4C03-2CDA-4864-B2D2-D97D6032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Vier zentrale Konzepte</a:t>
            </a:r>
          </a:p>
        </p:txBody>
      </p:sp>
      <p:sp>
        <p:nvSpPr>
          <p:cNvPr id="21" name="Sprachmodell panel">
            <a:extLst xmlns:a="http://schemas.openxmlformats.org/drawingml/2006/main">
              <a:ext uri="{FF2B5EF4-FFF2-40B4-BE49-F238E27FC236}">
                <a16:creationId xmlns:a16="http://schemas.microsoft.com/office/drawing/2014/main" id="{BDB9821D-E29C-4657-9720-08447894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0673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D4D7DE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prachmodell title">
            <a:extLst xmlns:a="http://schemas.openxmlformats.org/drawingml/2006/main">
              <a:ext uri="{FF2B5EF4-FFF2-40B4-BE49-F238E27FC236}">
                <a16:creationId xmlns:a16="http://schemas.microsoft.com/office/drawing/2014/main" id="{058C8155-6CF2-4077-82AB-F30E779F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62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Sprachmodell</a:t>
            </a:r>
          </a:p>
        </p:txBody>
      </p:sp>
      <p:sp>
        <p:nvSpPr>
          <p:cNvPr id="23" name="Sprachmodell body">
            <a:extLst xmlns:a="http://schemas.openxmlformats.org/drawingml/2006/main">
              <a:ext uri="{FF2B5EF4-FFF2-40B4-BE49-F238E27FC236}">
                <a16:creationId xmlns:a16="http://schemas.microsoft.com/office/drawing/2014/main" id="{87B88A3F-FC7F-4669-83F0-BA1058F4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Welche Ausgabe ist wahrscheinlich?</a:t>
            </a:r>
          </a:p>
        </p:txBody>
      </p:sp>
      <p:sp>
        <p:nvSpPr>
          <p:cNvPr id="24" name="Skript panel">
            <a:extLst xmlns:a="http://schemas.openxmlformats.org/drawingml/2006/main">
              <a:ext uri="{FF2B5EF4-FFF2-40B4-BE49-F238E27FC236}">
                <a16:creationId xmlns:a16="http://schemas.microsoft.com/office/drawing/2014/main" id="{881767FF-7C1D-49DC-BBA4-17F3EE3B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50673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kript title">
            <a:extLst xmlns:a="http://schemas.openxmlformats.org/drawingml/2006/main">
              <a:ext uri="{FF2B5EF4-FFF2-40B4-BE49-F238E27FC236}">
                <a16:creationId xmlns:a16="http://schemas.microsoft.com/office/drawing/2014/main" id="{06B80F4A-6990-45E9-8B19-35F53570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Skript</a:t>
            </a:r>
          </a:p>
        </p:txBody>
      </p:sp>
      <p:sp>
        <p:nvSpPr>
          <p:cNvPr id="26" name="Skript body">
            <a:extLst xmlns:a="http://schemas.openxmlformats.org/drawingml/2006/main">
              <a:ext uri="{FF2B5EF4-FFF2-40B4-BE49-F238E27FC236}">
                <a16:creationId xmlns:a16="http://schemas.microsoft.com/office/drawing/2014/main" id="{01C7D26A-E0B1-4E23-A6EE-B9ADC10C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33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Welche Schritte sind fest vorgegeben?</a:t>
            </a:r>
          </a:p>
        </p:txBody>
      </p:sp>
      <p:sp>
        <p:nvSpPr>
          <p:cNvPr id="27" name="Agent panel">
            <a:extLst xmlns:a="http://schemas.openxmlformats.org/drawingml/2006/main">
              <a:ext uri="{FF2B5EF4-FFF2-40B4-BE49-F238E27FC236}">
                <a16:creationId xmlns:a16="http://schemas.microsoft.com/office/drawing/2014/main" id="{58A3C277-3C68-4BE8-B275-E6EAA40C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50673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Agent title">
            <a:extLst xmlns:a="http://schemas.openxmlformats.org/drawingml/2006/main">
              <a:ext uri="{FF2B5EF4-FFF2-40B4-BE49-F238E27FC236}">
                <a16:creationId xmlns:a16="http://schemas.microsoft.com/office/drawing/2014/main" id="{6C1CC4C8-9683-42FB-832C-AFAC38D6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Agent</a:t>
            </a:r>
          </a:p>
        </p:txBody>
      </p:sp>
      <p:sp>
        <p:nvSpPr>
          <p:cNvPr id="29" name="Agent body">
            <a:extLst xmlns:a="http://schemas.openxmlformats.org/drawingml/2006/main">
              <a:ext uri="{FF2B5EF4-FFF2-40B4-BE49-F238E27FC236}">
                <a16:creationId xmlns:a16="http://schemas.microsoft.com/office/drawing/2014/main" id="{D9E16271-DE3F-42C5-9769-8257FC29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Welcher nächste Schritt hilft dem Ziel?</a:t>
            </a:r>
          </a:p>
        </p:txBody>
      </p:sp>
      <p:sp>
        <p:nvSpPr>
          <p:cNvPr id="30" name="Infrastruktur panel">
            <a:extLst xmlns:a="http://schemas.openxmlformats.org/drawingml/2006/main">
              <a:ext uri="{FF2B5EF4-FFF2-40B4-BE49-F238E27FC236}">
                <a16:creationId xmlns:a16="http://schemas.microsoft.com/office/drawing/2014/main" id="{6B6ABA32-1697-4A0F-9D33-F2F8AF4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50673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Infrastruktur title">
            <a:extLst xmlns:a="http://schemas.openxmlformats.org/drawingml/2006/main">
              <a:ext uri="{FF2B5EF4-FFF2-40B4-BE49-F238E27FC236}">
                <a16:creationId xmlns:a16="http://schemas.microsoft.com/office/drawing/2014/main" id="{093A4A36-B6E7-430C-BA56-DB819F71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09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Infrastruktur</a:t>
            </a:r>
          </a:p>
        </p:txBody>
      </p:sp>
      <p:sp>
        <p:nvSpPr>
          <p:cNvPr id="32" name="Infrastruktur body">
            <a:extLst xmlns:a="http://schemas.openxmlformats.org/drawingml/2006/main">
              <a:ext uri="{FF2B5EF4-FFF2-40B4-BE49-F238E27FC236}">
                <a16:creationId xmlns:a16="http://schemas.microsoft.com/office/drawing/2014/main" id="{8D44792A-6645-459C-99D6-EAD50A0C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81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Wie läuft das sicher und zuverlässig?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E5B3003-2C54-13C6-9832-7637201064D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AFC4A8A-7CEA-41AF-94AA-86EF54BD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Skript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folgt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vorab definierten Regeln</a:t>
            </a:r>
            <a:endParaRPr sz="285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1" name="Script line 1">
            <a:extLst xmlns:a="http://schemas.openxmlformats.org/drawingml/2006/main">
              <a:ext uri="{FF2B5EF4-FFF2-40B4-BE49-F238E27FC236}">
                <a16:creationId xmlns:a16="http://schemas.microsoft.com/office/drawing/2014/main" id="{EECC9806-0E69-4DCC-BB16-A65556F8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cript number 1">
            <a:extLst xmlns:a="http://schemas.openxmlformats.org/drawingml/2006/main">
              <a:ext uri="{FF2B5EF4-FFF2-40B4-BE49-F238E27FC236}">
                <a16:creationId xmlns:a16="http://schemas.microsoft.com/office/drawing/2014/main" id="{3AD97D60-4886-4FF5-BD83-DD036FA5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3" name="Script step 1">
            <a:extLst xmlns:a="http://schemas.openxmlformats.org/drawingml/2006/main">
              <a:ext uri="{FF2B5EF4-FFF2-40B4-BE49-F238E27FC236}">
                <a16:creationId xmlns:a16="http://schemas.microsoft.com/office/drawing/2014/main" id="{30CD47FD-9F21-445D-B119-58A90791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Start / Eingaben erhalten</a:t>
            </a:r>
            <a:endParaRPr sz="157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4" name="Script line 2">
            <a:extLst xmlns:a="http://schemas.openxmlformats.org/drawingml/2006/main">
              <a:ext uri="{FF2B5EF4-FFF2-40B4-BE49-F238E27FC236}">
                <a16:creationId xmlns:a16="http://schemas.microsoft.com/office/drawing/2014/main" id="{E15CCB09-B038-4797-9255-397A0B7D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cript number 2">
            <a:extLst xmlns:a="http://schemas.openxmlformats.org/drawingml/2006/main">
              <a:ext uri="{FF2B5EF4-FFF2-40B4-BE49-F238E27FC236}">
                <a16:creationId xmlns:a16="http://schemas.microsoft.com/office/drawing/2014/main" id="{DC4D68AC-4054-4DB7-AB7A-69DC89E3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6" name="Script step 2">
            <a:extLst xmlns:a="http://schemas.openxmlformats.org/drawingml/2006/main">
              <a:ext uri="{FF2B5EF4-FFF2-40B4-BE49-F238E27FC236}">
                <a16:creationId xmlns:a16="http://schemas.microsoft.com/office/drawing/2014/main" id="{A701CE7B-EBEC-4126-B155-0FC4D41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Anweisungen ausführen</a:t>
            </a:r>
            <a:endParaRPr sz="157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7" name="Script line 3">
            <a:extLst xmlns:a="http://schemas.openxmlformats.org/drawingml/2006/main">
              <a:ext uri="{FF2B5EF4-FFF2-40B4-BE49-F238E27FC236}">
                <a16:creationId xmlns:a16="http://schemas.microsoft.com/office/drawing/2014/main" id="{29BB7931-E7F5-4C19-A264-ACB04378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cript number 3">
            <a:extLst xmlns:a="http://schemas.openxmlformats.org/drawingml/2006/main">
              <a:ext uri="{FF2B5EF4-FFF2-40B4-BE49-F238E27FC236}">
                <a16:creationId xmlns:a16="http://schemas.microsoft.com/office/drawing/2014/main" id="{A7082444-3AD4-472C-A1C0-4BC04EAD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9" name="Script step 3">
            <a:extLst xmlns:a="http://schemas.openxmlformats.org/drawingml/2006/main">
              <a:ext uri="{FF2B5EF4-FFF2-40B4-BE49-F238E27FC236}">
                <a16:creationId xmlns:a16="http://schemas.microsoft.com/office/drawing/2014/main" id="{AD674813-9A6D-4A05-AEEA-AE046F68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Regeln/Bedingungen anwenden</a:t>
            </a:r>
            <a:endParaRPr sz="157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0" name="Script number 4">
            <a:extLst xmlns:a="http://schemas.openxmlformats.org/drawingml/2006/main">
              <a:ext uri="{FF2B5EF4-FFF2-40B4-BE49-F238E27FC236}">
                <a16:creationId xmlns:a16="http://schemas.microsoft.com/office/drawing/2014/main" id="{22D3599B-FE96-4D73-945F-CEF4EFE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1" name="Script step 4">
            <a:extLst xmlns:a="http://schemas.openxmlformats.org/drawingml/2006/main">
              <a:ext uri="{FF2B5EF4-FFF2-40B4-BE49-F238E27FC236}">
                <a16:creationId xmlns:a16="http://schemas.microsoft.com/office/drawing/2014/main" id="{865D4D69-AC8D-4111-A015-376E28EF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Ergebnis erzeugen / beenden</a:t>
            </a:r>
            <a:endParaRPr sz="157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2" name="Strength panel">
            <a:extLst xmlns:a="http://schemas.openxmlformats.org/drawingml/2006/main">
              <a:ext uri="{FF2B5EF4-FFF2-40B4-BE49-F238E27FC236}">
                <a16:creationId xmlns:a16="http://schemas.microsoft.com/office/drawing/2014/main" id="{A1AA0BE4-50BE-4A30-88E3-6427926B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1625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trength heading">
            <a:extLst xmlns:a="http://schemas.openxmlformats.org/drawingml/2006/main">
              <a:ext uri="{FF2B5EF4-FFF2-40B4-BE49-F238E27FC236}">
                <a16:creationId xmlns:a16="http://schemas.microsoft.com/office/drawing/2014/main" id="{FC007438-F939-4E5E-A0F6-1C331C0F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Stärke</a:t>
            </a:r>
          </a:p>
        </p:txBody>
      </p:sp>
      <p:sp>
        <p:nvSpPr>
          <p:cNvPr id="34" name="Strength body">
            <a:extLst xmlns:a="http://schemas.openxmlformats.org/drawingml/2006/main">
              <a:ext uri="{FF2B5EF4-FFF2-40B4-BE49-F238E27FC236}">
                <a16:creationId xmlns:a16="http://schemas.microsoft.com/office/drawing/2014/main" id="{08445316-BC79-4A0B-B7D8-0F345F1E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Reproduzierbar, testbar, günstig – ideal für</a:t>
            </a:r>
          </a:p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bekannte Fälle.</a:t>
            </a:r>
          </a:p>
        </p:txBody>
      </p:sp>
      <p:sp>
        <p:nvSpPr>
          <p:cNvPr id="35" name="Limit panel">
            <a:extLst xmlns:a="http://schemas.openxmlformats.org/drawingml/2006/main">
              <a:ext uri="{FF2B5EF4-FFF2-40B4-BE49-F238E27FC236}">
                <a16:creationId xmlns:a16="http://schemas.microsoft.com/office/drawing/2014/main" id="{E0D263A8-2AD8-406B-8C6A-F231CA56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1625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Limit heading">
            <a:extLst xmlns:a="http://schemas.openxmlformats.org/drawingml/2006/main">
              <a:ext uri="{FF2B5EF4-FFF2-40B4-BE49-F238E27FC236}">
                <a16:creationId xmlns:a16="http://schemas.microsoft.com/office/drawing/2014/main" id="{E952CAEE-5DD9-4D17-A4AA-3781379C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Grenze</a:t>
            </a:r>
          </a:p>
        </p:txBody>
      </p:sp>
      <p:sp>
        <p:nvSpPr>
          <p:cNvPr id="37" name="Limit body">
            <a:extLst xmlns:a="http://schemas.openxmlformats.org/drawingml/2006/main">
              <a:ext uri="{FF2B5EF4-FFF2-40B4-BE49-F238E27FC236}">
                <a16:creationId xmlns:a16="http://schemas.microsoft.com/office/drawing/2014/main" id="{ADDDAB00-25AE-475F-BAA3-A7B7E64A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Neue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Situationen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werden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nur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behandelt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wenn</a:t>
            </a:r>
            <a:endParaRPr sz="13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sie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im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Code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vorgesehen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sind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-&gt;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If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-Abfragen</a:t>
            </a:r>
            <a:endParaRPr sz="13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8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4EAB3619-B6B9-4791-8C67-D5300FF7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56B50BD9-A192-47D5-AC41-8485530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Die Entscheidung liegt beim Entwickler – vor der Laufzeit.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9E44396-6B44-B5ED-7911-752131E84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E5B3003-2C54-13C6-9832-7637201064D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ED855C5-3F0C-E3F5-1221-CFBA77DC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Skript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folgt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vorab definierten Regeln</a:t>
            </a:r>
            <a:endParaRPr sz="285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1" name="Script line 1">
            <a:extLst xmlns:a="http://schemas.openxmlformats.org/drawingml/2006/main">
              <a:ext uri="{FF2B5EF4-FFF2-40B4-BE49-F238E27FC236}">
                <a16:creationId xmlns:a16="http://schemas.microsoft.com/office/drawing/2014/main" id="{3E2F6FF4-093C-BDC2-B210-F79B7FB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cript number 1">
            <a:extLst xmlns:a="http://schemas.openxmlformats.org/drawingml/2006/main">
              <a:ext uri="{FF2B5EF4-FFF2-40B4-BE49-F238E27FC236}">
                <a16:creationId xmlns:a16="http://schemas.microsoft.com/office/drawing/2014/main" id="{9F67B4D4-2722-64FC-3842-9E95E694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3" name="Script step 1">
            <a:extLst xmlns:a="http://schemas.openxmlformats.org/drawingml/2006/main">
              <a:ext uri="{FF2B5EF4-FFF2-40B4-BE49-F238E27FC236}">
                <a16:creationId xmlns:a16="http://schemas.microsoft.com/office/drawing/2014/main" id="{D156FF7E-A391-050E-FA1D-7FCEC37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Start / Eingaben erhalten</a:t>
            </a:r>
            <a:endParaRPr sz="1575" b="1">
              <a:solidFill>
                <a:schemeClr val="tx1">
                  <a:lumMod val="25000"/>
                  <a:lumOff val="75000"/>
                </a:scheme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4" name="Script line 2">
            <a:extLst xmlns:a="http://schemas.openxmlformats.org/drawingml/2006/main">
              <a:ext uri="{FF2B5EF4-FFF2-40B4-BE49-F238E27FC236}">
                <a16:creationId xmlns:a16="http://schemas.microsoft.com/office/drawing/2014/main" id="{8751BD78-07FA-44DD-E669-39E6D18C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cript number 2">
            <a:extLst xmlns:a="http://schemas.openxmlformats.org/drawingml/2006/main">
              <a:ext uri="{FF2B5EF4-FFF2-40B4-BE49-F238E27FC236}">
                <a16:creationId xmlns:a16="http://schemas.microsoft.com/office/drawing/2014/main" id="{8E6A3AE8-F5B6-93E5-1446-8F1111F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6" name="Script step 2">
            <a:extLst xmlns:a="http://schemas.openxmlformats.org/drawingml/2006/main">
              <a:ext uri="{FF2B5EF4-FFF2-40B4-BE49-F238E27FC236}">
                <a16:creationId xmlns:a16="http://schemas.microsoft.com/office/drawing/2014/main" id="{A2B77804-D762-398F-7A64-4EF1434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Anweisungen ausführen</a:t>
            </a:r>
            <a:endParaRPr sz="1575" b="1">
              <a:solidFill>
                <a:schemeClr val="tx1">
                  <a:lumMod val="25000"/>
                  <a:lumOff val="75000"/>
                </a:scheme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7" name="Script line 3">
            <a:extLst xmlns:a="http://schemas.openxmlformats.org/drawingml/2006/main">
              <a:ext uri="{FF2B5EF4-FFF2-40B4-BE49-F238E27FC236}">
                <a16:creationId xmlns:a16="http://schemas.microsoft.com/office/drawing/2014/main" id="{F1023B2C-6D39-93D5-15CB-98752D41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cript number 3">
            <a:extLst xmlns:a="http://schemas.openxmlformats.org/drawingml/2006/main">
              <a:ext uri="{FF2B5EF4-FFF2-40B4-BE49-F238E27FC236}">
                <a16:creationId xmlns:a16="http://schemas.microsoft.com/office/drawing/2014/main" id="{2BBF4C88-CDC9-0F93-5CDE-F503F8C3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9" name="Script step 3">
            <a:extLst xmlns:a="http://schemas.openxmlformats.org/drawingml/2006/main">
              <a:ext uri="{FF2B5EF4-FFF2-40B4-BE49-F238E27FC236}">
                <a16:creationId xmlns:a16="http://schemas.microsoft.com/office/drawing/2014/main" id="{538E3FEC-FB07-4B82-926F-1B83AFEA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Regeln/Bedingungen anwenden</a:t>
            </a:r>
            <a:endParaRPr sz="157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0" name="Script number 4">
            <a:extLst xmlns:a="http://schemas.openxmlformats.org/drawingml/2006/main">
              <a:ext uri="{FF2B5EF4-FFF2-40B4-BE49-F238E27FC236}">
                <a16:creationId xmlns:a16="http://schemas.microsoft.com/office/drawing/2014/main" id="{86B39D42-2051-2ABA-637B-7EAAF97C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1" name="Script step 4">
            <a:extLst xmlns:a="http://schemas.openxmlformats.org/drawingml/2006/main">
              <a:ext uri="{FF2B5EF4-FFF2-40B4-BE49-F238E27FC236}">
                <a16:creationId xmlns:a16="http://schemas.microsoft.com/office/drawing/2014/main" id="{C315009D-7318-8DF7-8AA1-587E286B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Ergebnis erzeugen / beenden</a:t>
            </a:r>
            <a:endParaRPr sz="1575" b="1">
              <a:solidFill>
                <a:schemeClr val="tx1">
                  <a:lumMod val="25000"/>
                  <a:lumOff val="75000"/>
                </a:scheme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2" name="Strength panel">
            <a:extLst xmlns:a="http://schemas.openxmlformats.org/drawingml/2006/main">
              <a:ext uri="{FF2B5EF4-FFF2-40B4-BE49-F238E27FC236}">
                <a16:creationId xmlns:a16="http://schemas.microsoft.com/office/drawing/2014/main" id="{2A237C95-8E79-5502-E107-B29BD437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1625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trength heading">
            <a:extLst xmlns:a="http://schemas.openxmlformats.org/drawingml/2006/main">
              <a:ext uri="{FF2B5EF4-FFF2-40B4-BE49-F238E27FC236}">
                <a16:creationId xmlns:a16="http://schemas.microsoft.com/office/drawing/2014/main" id="{A1B98BBC-EE55-C3C4-2246-3E34E43F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Stärke</a:t>
            </a:r>
          </a:p>
        </p:txBody>
      </p:sp>
      <p:sp>
        <p:nvSpPr>
          <p:cNvPr id="34" name="Strength body">
            <a:extLst xmlns:a="http://schemas.openxmlformats.org/drawingml/2006/main">
              <a:ext uri="{FF2B5EF4-FFF2-40B4-BE49-F238E27FC236}">
                <a16:creationId xmlns:a16="http://schemas.microsoft.com/office/drawing/2014/main" id="{0922C181-139D-D98E-4CE2-FC4D2959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Reproduzierbar, testbar, günstig – ideal für</a:t>
            </a:r>
          </a:p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bekannte Fälle.</a:t>
            </a:r>
          </a:p>
        </p:txBody>
      </p:sp>
      <p:sp>
        <p:nvSpPr>
          <p:cNvPr id="35" name="Limit panel">
            <a:extLst xmlns:a="http://schemas.openxmlformats.org/drawingml/2006/main">
              <a:ext uri="{FF2B5EF4-FFF2-40B4-BE49-F238E27FC236}">
                <a16:creationId xmlns:a16="http://schemas.microsoft.com/office/drawing/2014/main" id="{9778477E-C3D4-E834-B043-7BCDE2F1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1625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Limit heading">
            <a:extLst xmlns:a="http://schemas.openxmlformats.org/drawingml/2006/main">
              <a:ext uri="{FF2B5EF4-FFF2-40B4-BE49-F238E27FC236}">
                <a16:creationId xmlns:a16="http://schemas.microsoft.com/office/drawing/2014/main" id="{B5998C4B-8A23-9426-7097-5C0511C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Grenze</a:t>
            </a:r>
          </a:p>
        </p:txBody>
      </p:sp>
      <p:sp>
        <p:nvSpPr>
          <p:cNvPr id="37" name="Limit body">
            <a:extLst xmlns:a="http://schemas.openxmlformats.org/drawingml/2006/main">
              <a:ext uri="{FF2B5EF4-FFF2-40B4-BE49-F238E27FC236}">
                <a16:creationId xmlns:a16="http://schemas.microsoft.com/office/drawing/2014/main" id="{1BE666F3-43A3-7C97-88AC-D64ED1E1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Neue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Situationen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werden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nur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behandelt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wenn</a:t>
            </a:r>
            <a:endParaRPr sz="13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sie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im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Code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vorgesehen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sind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-&gt; 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If</a:t>
            </a: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-Abfragen</a:t>
            </a:r>
            <a:endParaRPr sz="13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8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026D0FBA-365F-DEA7-2A3D-11E778F3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6F432AC3-78BE-F080-1206-8B9C6DB6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Die 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Entscheidung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liegt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beim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Entwickler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 – 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vor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 der 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Laufzeit</a:t>
            </a:r>
            <a:r>
              <a:rPr sz="1725" b="1">
                <a:solidFill>
                  <a:schemeClr val="tx1">
                    <a:lumMod val="25000"/>
                    <a:lumOff val="75000"/>
                  </a:schemeClr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cxnSp>
        <p:nvCxnSpPr>
          <p:cNvPr id="61" name="Gewinkelte Verbindung 2"/>
          <p:cNvCxnSpPr/>
          <p:nvPr/>
        </p:nvCxnSpPr>
        <p:spPr>
          <a:xfrm xmlns:a="http://schemas.openxmlformats.org/drawingml/2006/main" rot="16200000" flipH="1">
            <a:off x="2359342" y="4150038"/>
            <a:ext cx="1076328" cy="44577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592B39F5-5A0F-E9D4-E932-C0BAF43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62100" y="4981575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Diese Regeln übernimmt der Agent zur Laufzeit</a:t>
            </a:r>
            <a:endParaRPr sz="1725" b="1">
              <a:solidFill>
                <a:srgbClr val="26324A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5" name="Rechteck 14">
            <a:extLst xmlns:a="http://schemas.openxmlformats.org/drawingml/2006/main">
              <a:ext uri="{FF2B5EF4-FFF2-40B4-BE49-F238E27FC236}">
                <a16:creationId xmlns:a16="http://schemas.microsoft.com/office/drawing/2014/main" id="{CCC7A06F-FE11-DB6D-53E4-998A824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60170"/>
            <a:ext cx="544830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>
              <a:alpha val="5098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2751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202359C0-8A7A-196E-DD58-8E6569619F09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332EBB2-7F68-4758-AA2F-77F236A4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 Sprachmodell erzeugt Text</a:t>
            </a:r>
          </a:p>
        </p:txBody>
      </p:sp>
      <p:sp>
        <p:nvSpPr>
          <p:cNvPr id="21" name="Input to model">
            <a:extLst xmlns:a="http://schemas.openxmlformats.org/drawingml/2006/main">
              <a:ext uri="{FF2B5EF4-FFF2-40B4-BE49-F238E27FC236}">
                <a16:creationId xmlns:a16="http://schemas.microsoft.com/office/drawing/2014/main" id="{BFD68DEE-910C-4703-83D8-B0A43A00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359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1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odel to output">
            <a:extLst xmlns:a="http://schemas.openxmlformats.org/drawingml/2006/main">
              <a:ext uri="{FF2B5EF4-FFF2-40B4-BE49-F238E27FC236}">
                <a16:creationId xmlns:a16="http://schemas.microsoft.com/office/drawing/2014/main" id="{1772632C-1140-4B12-BDA7-EA128C2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359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1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Input label">
            <a:extLst xmlns:a="http://schemas.openxmlformats.org/drawingml/2006/main">
              <a:ext uri="{FF2B5EF4-FFF2-40B4-BE49-F238E27FC236}">
                <a16:creationId xmlns:a16="http://schemas.microsoft.com/office/drawing/2014/main" id="{726AAF22-4C84-488E-A74B-639EC362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1828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4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EINGABE</a:t>
            </a:r>
          </a:p>
        </p:txBody>
      </p:sp>
      <p:sp>
        <p:nvSpPr>
          <p:cNvPr id="24" name="Input content">
            <a:extLst xmlns:a="http://schemas.openxmlformats.org/drawingml/2006/main">
              <a:ext uri="{FF2B5EF4-FFF2-40B4-BE49-F238E27FC236}">
                <a16:creationId xmlns:a16="http://schemas.microsoft.com/office/drawing/2014/main" id="{693243A3-B642-43F7-B63D-60B7CFA2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Prompt + Kontext</a:t>
            </a:r>
          </a:p>
        </p:txBody>
      </p:sp>
      <p:sp>
        <p:nvSpPr>
          <p:cNvPr id="25" name="Language model panel">
            <a:extLst xmlns:a="http://schemas.openxmlformats.org/drawingml/2006/main">
              <a:ext uri="{FF2B5EF4-FFF2-40B4-BE49-F238E27FC236}">
                <a16:creationId xmlns:a16="http://schemas.microsoft.com/office/drawing/2014/main" id="{346BFB53-9A2F-4E00-8CF0-B18EBB37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320165"/>
            <a:ext cx="3810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4D7DE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Language model content">
            <a:extLst xmlns:a="http://schemas.openxmlformats.org/drawingml/2006/main">
              <a:ext uri="{FF2B5EF4-FFF2-40B4-BE49-F238E27FC236}">
                <a16:creationId xmlns:a16="http://schemas.microsoft.com/office/drawing/2014/main" id="{12230182-8E0C-4C3B-B9F0-9A29F152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2019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Sprachmodell</a:t>
            </a:r>
          </a:p>
        </p:txBody>
      </p:sp>
      <p:sp>
        <p:nvSpPr>
          <p:cNvPr id="27" name="Output label">
            <a:extLst xmlns:a="http://schemas.openxmlformats.org/drawingml/2006/main">
              <a:ext uri="{FF2B5EF4-FFF2-40B4-BE49-F238E27FC236}">
                <a16:creationId xmlns:a16="http://schemas.microsoft.com/office/drawing/2014/main" id="{FEA9D304-38EC-43B0-A0A0-4376EDB8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240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4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AUSGABE</a:t>
            </a:r>
          </a:p>
        </p:txBody>
      </p:sp>
      <p:sp>
        <p:nvSpPr>
          <p:cNvPr id="28" name="Output content">
            <a:extLst xmlns:a="http://schemas.openxmlformats.org/drawingml/2006/main">
              <a:ext uri="{FF2B5EF4-FFF2-40B4-BE49-F238E27FC236}">
                <a16:creationId xmlns:a16="http://schemas.microsoft.com/office/drawing/2014/main" id="{DF7F7089-2114-4AC0-ACDA-3BB5E640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716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9" name="Can panel">
            <a:extLst xmlns:a="http://schemas.openxmlformats.org/drawingml/2006/main">
              <a:ext uri="{FF2B5EF4-FFF2-40B4-BE49-F238E27FC236}">
                <a16:creationId xmlns:a16="http://schemas.microsoft.com/office/drawing/2014/main" id="{CE59C79E-1B6D-4F2F-8263-0F796042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857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Can heading">
            <a:extLst xmlns:a="http://schemas.openxmlformats.org/drawingml/2006/main">
              <a:ext uri="{FF2B5EF4-FFF2-40B4-BE49-F238E27FC236}">
                <a16:creationId xmlns:a16="http://schemas.microsoft.com/office/drawing/2014/main" id="{A94AB9CF-99FB-4102-A418-5567DACF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A8A6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A8A68"/>
                </a:solidFill>
                <a:latin typeface="Avenir Next"/>
                <a:ea typeface="Avenir Next"/>
                <a:cs typeface="Avenir Next"/>
              </a:rPr>
              <a:t>Kann</a:t>
            </a:r>
          </a:p>
        </p:txBody>
      </p:sp>
      <p:sp>
        <p:nvSpPr>
          <p:cNvPr id="31" name="Can bullet 1">
            <a:extLst xmlns:a="http://schemas.openxmlformats.org/drawingml/2006/main">
              <a:ext uri="{FF2B5EF4-FFF2-40B4-BE49-F238E27FC236}">
                <a16:creationId xmlns:a16="http://schemas.microsoft.com/office/drawing/2014/main" id="{A23CDB28-2506-499B-BEFC-57F49224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A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Can item 1">
            <a:extLst xmlns:a="http://schemas.openxmlformats.org/drawingml/2006/main">
              <a:ext uri="{FF2B5EF4-FFF2-40B4-BE49-F238E27FC236}">
                <a16:creationId xmlns:a16="http://schemas.microsoft.com/office/drawing/2014/main" id="{BD34A82B-B309-46F4-8DD3-2ECF9986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9075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Text </a:t>
            </a: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verarbeiten</a:t>
            </a:r>
            <a:endParaRPr sz="140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3" name="Can bullet 2">
            <a:extLst xmlns:a="http://schemas.openxmlformats.org/drawingml/2006/main">
              <a:ext uri="{FF2B5EF4-FFF2-40B4-BE49-F238E27FC236}">
                <a16:creationId xmlns:a16="http://schemas.microsoft.com/office/drawing/2014/main" id="{71E91613-DDA2-4E4C-9707-40E9F8C6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A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Can item 2">
            <a:extLst xmlns:a="http://schemas.openxmlformats.org/drawingml/2006/main">
              <a:ext uri="{FF2B5EF4-FFF2-40B4-BE49-F238E27FC236}">
                <a16:creationId xmlns:a16="http://schemas.microsoft.com/office/drawing/2014/main" id="{123E72EA-E2D5-4441-8E2C-BF668A5C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52925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Text ausgeben</a:t>
            </a:r>
          </a:p>
        </p:txBody>
      </p:sp>
      <p:sp>
        <p:nvSpPr>
          <p:cNvPr id="35" name="Can bullet 3">
            <a:extLst xmlns:a="http://schemas.openxmlformats.org/drawingml/2006/main">
              <a:ext uri="{FF2B5EF4-FFF2-40B4-BE49-F238E27FC236}">
                <a16:creationId xmlns:a16="http://schemas.microsoft.com/office/drawing/2014/main" id="{CA081E42-FCAC-479A-994F-7EE48916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A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Can item 3">
            <a:extLst xmlns:a="http://schemas.openxmlformats.org/drawingml/2006/main">
              <a:ext uri="{FF2B5EF4-FFF2-40B4-BE49-F238E27FC236}">
                <a16:creationId xmlns:a16="http://schemas.microsoft.com/office/drawing/2014/main" id="{557F661B-0C1E-4E50-883F-FFF0675A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9645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Optionen</a:t>
            </a: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strukturierte</a:t>
            </a: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Ausgaben</a:t>
            </a: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, „Reasoning“, etc. </a:t>
            </a: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erzeugen</a:t>
            </a:r>
            <a:endParaRPr sz="140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7" name="Cannot panel">
            <a:extLst xmlns:a="http://schemas.openxmlformats.org/drawingml/2006/main">
              <a:ext uri="{FF2B5EF4-FFF2-40B4-BE49-F238E27FC236}">
                <a16:creationId xmlns:a16="http://schemas.microsoft.com/office/drawing/2014/main" id="{6F8A89F5-8CDE-4BE5-86B2-9F33D75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53530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Cannot heading">
            <a:extLst xmlns:a="http://schemas.openxmlformats.org/drawingml/2006/main">
              <a:ext uri="{FF2B5EF4-FFF2-40B4-BE49-F238E27FC236}">
                <a16:creationId xmlns:a16="http://schemas.microsoft.com/office/drawing/2014/main" id="{6BA1CA6F-E4B5-48F4-BCA2-D4F124BE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0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Kann nicht allein</a:t>
            </a:r>
          </a:p>
        </p:txBody>
      </p:sp>
      <p:sp>
        <p:nvSpPr>
          <p:cNvPr id="39" name="Cannot bullet 1">
            <a:extLst xmlns:a="http://schemas.openxmlformats.org/drawingml/2006/main">
              <a:ext uri="{FF2B5EF4-FFF2-40B4-BE49-F238E27FC236}">
                <a16:creationId xmlns:a16="http://schemas.microsoft.com/office/drawing/2014/main" id="{F17E0B5E-1D77-4675-8114-F03F9479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Cannot item 1">
            <a:extLst xmlns:a="http://schemas.openxmlformats.org/drawingml/2006/main">
              <a:ext uri="{FF2B5EF4-FFF2-40B4-BE49-F238E27FC236}">
                <a16:creationId xmlns:a16="http://schemas.microsoft.com/office/drawing/2014/main" id="{5771DADB-3175-4B7E-9081-A968D1D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29075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Tools ausführen</a:t>
            </a:r>
          </a:p>
        </p:txBody>
      </p:sp>
      <p:sp>
        <p:nvSpPr>
          <p:cNvPr id="41" name="Cannot bullet 2">
            <a:extLst xmlns:a="http://schemas.openxmlformats.org/drawingml/2006/main">
              <a:ext uri="{FF2B5EF4-FFF2-40B4-BE49-F238E27FC236}">
                <a16:creationId xmlns:a16="http://schemas.microsoft.com/office/drawing/2014/main" id="{48A31AE9-63C5-49F5-B196-9F270C70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Cannot item 2">
            <a:extLst xmlns:a="http://schemas.openxmlformats.org/drawingml/2006/main">
              <a:ext uri="{FF2B5EF4-FFF2-40B4-BE49-F238E27FC236}">
                <a16:creationId xmlns:a16="http://schemas.microsoft.com/office/drawing/2014/main" id="{2F4AE135-7F43-43E8-ADB9-175E7C64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Zustand dauerhaft halten</a:t>
            </a:r>
          </a:p>
        </p:txBody>
      </p:sp>
      <p:sp>
        <p:nvSpPr>
          <p:cNvPr id="43" name="Cannot bullet 3">
            <a:extLst xmlns:a="http://schemas.openxmlformats.org/drawingml/2006/main">
              <a:ext uri="{FF2B5EF4-FFF2-40B4-BE49-F238E27FC236}">
                <a16:creationId xmlns:a16="http://schemas.microsoft.com/office/drawing/2014/main" id="{A1F05428-F79D-43A2-9BA3-E76EAB0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Cannot item 3">
            <a:extLst xmlns:a="http://schemas.openxmlformats.org/drawingml/2006/main">
              <a:ext uri="{FF2B5EF4-FFF2-40B4-BE49-F238E27FC236}">
                <a16:creationId xmlns:a16="http://schemas.microsoft.com/office/drawing/2014/main" id="{57A7283D-4E14-4626-99E0-15BF3F59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76775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Berechtigungen erzwingen</a:t>
            </a:r>
          </a:p>
        </p:txBody>
      </p:sp>
      <p:sp>
        <p:nvSpPr>
          <p:cNvPr id="45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4B8A6FFA-D367-4614-9A66-157A4E7C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492E7801-D1A9-4A56-B0CE-706912F6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Das Modell ist ein Baustein – noch kein vollständiger Agent.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FD6AB9A-5F9E-5F59-51AB-3C8734130965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BDAC910-5309-4B45-A2D0-9BB9B83A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Auch ein Tool-Aufruf ist nur eine generierte Ausgabe</a:t>
            </a:r>
          </a:p>
        </p:txBody>
      </p:sp>
      <p:sp>
        <p:nvSpPr>
          <p:cNvPr id="21" name="Stage arrow 1">
            <a:extLst xmlns:a="http://schemas.openxmlformats.org/drawingml/2006/main">
              <a:ext uri="{FF2B5EF4-FFF2-40B4-BE49-F238E27FC236}">
                <a16:creationId xmlns:a16="http://schemas.microsoft.com/office/drawing/2014/main" id="{ADEE09C2-7295-4A72-A36E-A21E78AC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432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1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tage arrow 2">
            <a:extLst xmlns:a="http://schemas.openxmlformats.org/drawingml/2006/main">
              <a:ext uri="{FF2B5EF4-FFF2-40B4-BE49-F238E27FC236}">
                <a16:creationId xmlns:a16="http://schemas.microsoft.com/office/drawing/2014/main" id="{D75B442C-9674-437C-A252-278246D8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432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1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tage arrow 3">
            <a:extLst xmlns:a="http://schemas.openxmlformats.org/drawingml/2006/main">
              <a:ext uri="{FF2B5EF4-FFF2-40B4-BE49-F238E27FC236}">
                <a16:creationId xmlns:a16="http://schemas.microsoft.com/office/drawing/2014/main" id="{E24018F7-4AA0-4B27-9384-845CD8A4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432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1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tage 1 panel">
            <a:extLst xmlns:a="http://schemas.openxmlformats.org/drawingml/2006/main">
              <a:ext uri="{FF2B5EF4-FFF2-40B4-BE49-F238E27FC236}">
                <a16:creationId xmlns:a16="http://schemas.microsoft.com/office/drawing/2014/main" id="{94749AB4-B2AC-487D-807B-6927043C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23812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4D7DE"/>
          </a:solidFill>
          <a:ln xmlns:a="http://schemas.openxmlformats.org/drawingml/2006/main" w="0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tage 1 label">
            <a:extLst xmlns:a="http://schemas.openxmlformats.org/drawingml/2006/main">
              <a:ext uri="{FF2B5EF4-FFF2-40B4-BE49-F238E27FC236}">
                <a16:creationId xmlns:a16="http://schemas.microsoft.com/office/drawing/2014/main" id="{148B8FE4-7C04-4026-9B64-94876A2B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MODELL</a:t>
            </a:r>
          </a:p>
        </p:txBody>
      </p:sp>
      <p:sp>
        <p:nvSpPr>
          <p:cNvPr id="26" name="Stage 1 heading">
            <a:extLst xmlns:a="http://schemas.openxmlformats.org/drawingml/2006/main">
              <a:ext uri="{FF2B5EF4-FFF2-40B4-BE49-F238E27FC236}">
                <a16:creationId xmlns:a16="http://schemas.microsoft.com/office/drawing/2014/main" id="{794BA543-F65F-49FA-8159-1A2DB50C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generiert Tokens</a:t>
            </a:r>
          </a:p>
        </p:txBody>
      </p:sp>
      <p:sp>
        <p:nvSpPr>
          <p:cNvPr id="27" name="Stage 1 body">
            <a:extLst xmlns:a="http://schemas.openxmlformats.org/drawingml/2006/main">
              <a:ext uri="{FF2B5EF4-FFF2-40B4-BE49-F238E27FC236}">
                <a16:creationId xmlns:a16="http://schemas.microsoft.com/office/drawing/2014/main" id="{F2A883CE-A166-4433-ACF7-6192D07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tool: http_request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GET /orders/4711</a:t>
            </a:r>
          </a:p>
        </p:txBody>
      </p:sp>
      <p:sp>
        <p:nvSpPr>
          <p:cNvPr id="28" name="Stage 2 panel">
            <a:extLst xmlns:a="http://schemas.openxmlformats.org/drawingml/2006/main">
              <a:ext uri="{FF2B5EF4-FFF2-40B4-BE49-F238E27FC236}">
                <a16:creationId xmlns:a16="http://schemas.microsoft.com/office/drawing/2014/main" id="{0E2108F3-1594-4472-9DCD-357C65B0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381125"/>
            <a:ext cx="23812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tage 2 label">
            <a:extLst xmlns:a="http://schemas.openxmlformats.org/drawingml/2006/main">
              <a:ext uri="{FF2B5EF4-FFF2-40B4-BE49-F238E27FC236}">
                <a16:creationId xmlns:a16="http://schemas.microsoft.com/office/drawing/2014/main" id="{C1F88FCE-9007-466F-89F3-9B55F312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00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RUNTIME</a:t>
            </a:r>
          </a:p>
        </p:txBody>
      </p:sp>
      <p:sp>
        <p:nvSpPr>
          <p:cNvPr id="30" name="Stage 2 heading">
            <a:extLst xmlns:a="http://schemas.openxmlformats.org/drawingml/2006/main">
              <a:ext uri="{FF2B5EF4-FFF2-40B4-BE49-F238E27FC236}">
                <a16:creationId xmlns:a16="http://schemas.microsoft.com/office/drawing/2014/main" id="{C9A522E6-F1C2-4D5C-B371-9FDCF565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907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validiert und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führt aus</a:t>
            </a:r>
          </a:p>
        </p:txBody>
      </p:sp>
      <p:sp>
        <p:nvSpPr>
          <p:cNvPr id="31" name="Stage 2 body">
            <a:extLst xmlns:a="http://schemas.openxmlformats.org/drawingml/2006/main">
              <a:ext uri="{FF2B5EF4-FFF2-40B4-BE49-F238E27FC236}">
                <a16:creationId xmlns:a16="http://schemas.microsoft.com/office/drawing/2014/main" id="{CAF230EF-29C6-45F9-8CD6-47A86DE6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Schema + Rechte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prüfen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Request ausführen</a:t>
            </a:r>
          </a:p>
        </p:txBody>
      </p:sp>
      <p:sp>
        <p:nvSpPr>
          <p:cNvPr id="32" name="Stage 3 panel">
            <a:extLst xmlns:a="http://schemas.openxmlformats.org/drawingml/2006/main">
              <a:ext uri="{FF2B5EF4-FFF2-40B4-BE49-F238E27FC236}">
                <a16:creationId xmlns:a16="http://schemas.microsoft.com/office/drawing/2014/main" id="{2590CF0A-44B8-46DF-9D3F-08B95B63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81125"/>
            <a:ext cx="23812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tage 3 label">
            <a:extLst xmlns:a="http://schemas.openxmlformats.org/drawingml/2006/main">
              <a:ext uri="{FF2B5EF4-FFF2-40B4-BE49-F238E27FC236}">
                <a16:creationId xmlns:a16="http://schemas.microsoft.com/office/drawing/2014/main" id="{AEB1B37F-9FB9-4476-9971-0427162C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HTTP / API</a:t>
            </a:r>
          </a:p>
        </p:txBody>
      </p:sp>
      <p:sp>
        <p:nvSpPr>
          <p:cNvPr id="34" name="Stage 3 heading">
            <a:extLst xmlns:a="http://schemas.openxmlformats.org/drawingml/2006/main">
              <a:ext uri="{FF2B5EF4-FFF2-40B4-BE49-F238E27FC236}">
                <a16:creationId xmlns:a16="http://schemas.microsoft.com/office/drawing/2014/main" id="{5EE0B36A-1A77-45F4-8AED-F2FC61B8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antwortet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endParaRPr sz="1650" b="1">
              <a:solidFill>
                <a:srgbClr val="FFFFFF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5" name="Stage 3 body">
            <a:extLst xmlns:a="http://schemas.openxmlformats.org/drawingml/2006/main">
              <a:ext uri="{FF2B5EF4-FFF2-40B4-BE49-F238E27FC236}">
                <a16:creationId xmlns:a16="http://schemas.microsoft.com/office/drawing/2014/main" id="{5AD7FD7A-D961-4717-A742-C59B2131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200 OK</a:t>
            </a:r>
          </a:p>
          <a:p xmlns:a="http://schemas.openxmlformats.org/drawingml/2006/main"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{ status: versandt }</a:t>
            </a:r>
          </a:p>
        </p:txBody>
      </p:sp>
      <p:sp>
        <p:nvSpPr>
          <p:cNvPr id="36" name="Stage 4 panel">
            <a:extLst xmlns:a="http://schemas.openxmlformats.org/drawingml/2006/main">
              <a:ext uri="{FF2B5EF4-FFF2-40B4-BE49-F238E27FC236}">
                <a16:creationId xmlns:a16="http://schemas.microsoft.com/office/drawing/2014/main" id="{82D50311-BA53-4D4C-BC83-0418B8AE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81125"/>
            <a:ext cx="23812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tage 4 label">
            <a:extLst xmlns:a="http://schemas.openxmlformats.org/drawingml/2006/main">
              <a:ext uri="{FF2B5EF4-FFF2-40B4-BE49-F238E27FC236}">
                <a16:creationId xmlns:a16="http://schemas.microsoft.com/office/drawing/2014/main" id="{4BC86113-8B18-486F-B400-89AF8B18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NEUE OBSERVATION</a:t>
            </a:r>
          </a:p>
        </p:txBody>
      </p:sp>
      <p:sp>
        <p:nvSpPr>
          <p:cNvPr id="38" name="Stage 4 heading">
            <a:extLst xmlns:a="http://schemas.openxmlformats.org/drawingml/2006/main">
              <a:ext uri="{FF2B5EF4-FFF2-40B4-BE49-F238E27FC236}">
                <a16:creationId xmlns:a16="http://schemas.microsoft.com/office/drawing/2014/main" id="{7913E30A-1DCF-4C3D-B591-0BD6E4D9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geht zurück ans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Modell</a:t>
            </a:r>
          </a:p>
        </p:txBody>
      </p:sp>
      <p:sp>
        <p:nvSpPr>
          <p:cNvPr id="39" name="Stage 4 body">
            <a:extLst xmlns:a="http://schemas.openxmlformats.org/drawingml/2006/main">
              <a:ext uri="{FF2B5EF4-FFF2-40B4-BE49-F238E27FC236}">
                <a16:creationId xmlns:a16="http://schemas.microsoft.com/office/drawing/2014/main" id="{050BA9C1-3F19-4BE9-9CF6-F337C409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HTTP-Ergebnis als</a:t>
            </a:r>
          </a:p>
          <a:p xmlns:a="http://schemas.openxmlformats.org/drawingml/2006/main"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Text</a:t>
            </a:r>
          </a:p>
          <a:p xmlns:a="http://schemas.openxmlformats.org/drawingml/2006/main">
            <a:pPr algn="ctr">
              <a:buNone/>
              <a:def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im neuen Kontext</a:t>
            </a:r>
          </a:p>
        </p:txBody>
      </p:sp>
      <p:sp>
        <p:nvSpPr>
          <p:cNvPr id="40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A229F6CD-3D46-41B1-9F5C-C267A90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7E2CC331-2947-4095-B5B3-F17A394F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Das Modell schlägt eine Handlung vor. Erst die Infrastruktur macht daraus eine reale Aktion.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8C630A04-5A25-9E0C-9436-126091DB86B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D1B326C-EC02-4E86-8D62-57824EC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7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Agenten: Im Kern wechseln sich Sprachmodell und Tools ab</a:t>
            </a:r>
          </a:p>
        </p:txBody>
      </p:sp>
      <p:sp>
        <p:nvSpPr>
          <p:cNvPr id="21" name="Goal panel">
            <a:extLst xmlns:a="http://schemas.openxmlformats.org/drawingml/2006/main">
              <a:ext uri="{FF2B5EF4-FFF2-40B4-BE49-F238E27FC236}">
                <a16:creationId xmlns:a16="http://schemas.microsoft.com/office/drawing/2014/main" id="{C5548A40-371F-4044-9255-09EB1F5D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3143250" cy="3905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Goal eyebrow">
            <a:extLst xmlns:a="http://schemas.openxmlformats.org/drawingml/2006/main">
              <a:ext uri="{FF2B5EF4-FFF2-40B4-BE49-F238E27FC236}">
                <a16:creationId xmlns:a16="http://schemas.microsoft.com/office/drawing/2014/main" id="{5C7512B2-8151-4F60-8006-B998F9F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66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ZIEL</a:t>
            </a:r>
          </a:p>
        </p:txBody>
      </p:sp>
      <p:sp>
        <p:nvSpPr>
          <p:cNvPr id="23" name="Goal title">
            <a:extLst xmlns:a="http://schemas.openxmlformats.org/drawingml/2006/main">
              <a:ext uri="{FF2B5EF4-FFF2-40B4-BE49-F238E27FC236}">
                <a16:creationId xmlns:a16="http://schemas.microsoft.com/office/drawing/2014/main" id="{16D14579-2F75-4B73-919F-37B0F2C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Aufgabe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lösen</a:t>
            </a:r>
          </a:p>
        </p:txBody>
      </p:sp>
      <p:sp>
        <p:nvSpPr>
          <p:cNvPr id="24" name="Goal body">
            <a:extLst xmlns:a="http://schemas.openxmlformats.org/drawingml/2006/main">
              <a:ext uri="{FF2B5EF4-FFF2-40B4-BE49-F238E27FC236}">
                <a16:creationId xmlns:a16="http://schemas.microsoft.com/office/drawing/2014/main" id="{3485889C-0C11-4802-99B1-D3D3589D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Der Agent bewertet jeden</a:t>
            </a:r>
          </a:p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Schritt daran, ob er dem</a:t>
            </a:r>
          </a:p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Ziel näherkommt.</a:t>
            </a:r>
          </a:p>
        </p:txBody>
      </p:sp>
      <p:sp>
        <p:nvSpPr>
          <p:cNvPr id="25" name="Loop number 1">
            <a:extLst xmlns:a="http://schemas.openxmlformats.org/drawingml/2006/main">
              <a:ext uri="{FF2B5EF4-FFF2-40B4-BE49-F238E27FC236}">
                <a16:creationId xmlns:a16="http://schemas.microsoft.com/office/drawing/2014/main" id="{142E13AA-D279-4C7A-B916-D3E80EC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6" name="Loop heading 1">
            <a:extLst xmlns:a="http://schemas.openxmlformats.org/drawingml/2006/main">
              <a:ext uri="{FF2B5EF4-FFF2-40B4-BE49-F238E27FC236}">
                <a16:creationId xmlns:a16="http://schemas.microsoft.com/office/drawing/2014/main" id="{CE86B96B-0FCB-410B-8A71-CDF6AB6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668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beobachtet den Zustand</a:t>
            </a:r>
          </a:p>
        </p:txBody>
      </p:sp>
      <p:sp>
        <p:nvSpPr>
          <p:cNvPr id="27" name="Loop detail 1">
            <a:extLst xmlns:a="http://schemas.openxmlformats.org/drawingml/2006/main">
              <a:ext uri="{FF2B5EF4-FFF2-40B4-BE49-F238E27FC236}">
                <a16:creationId xmlns:a16="http://schemas.microsoft.com/office/drawing/2014/main" id="{78047B93-72A0-43DD-9F5B-C345E719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383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Eingaben, Tool-Ergebnisse, bisheriger Verlauf</a:t>
            </a:r>
          </a:p>
        </p:txBody>
      </p:sp>
      <p:sp>
        <p:nvSpPr>
          <p:cNvPr id="28" name="Loop divider 1">
            <a:extLst xmlns:a="http://schemas.openxmlformats.org/drawingml/2006/main">
              <a:ext uri="{FF2B5EF4-FFF2-40B4-BE49-F238E27FC236}">
                <a16:creationId xmlns:a16="http://schemas.microsoft.com/office/drawing/2014/main" id="{211DED74-88A8-4256-82A5-9B98B0C9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Loop number 2">
            <a:extLst xmlns:a="http://schemas.openxmlformats.org/drawingml/2006/main">
              <a:ext uri="{FF2B5EF4-FFF2-40B4-BE49-F238E27FC236}">
                <a16:creationId xmlns:a16="http://schemas.microsoft.com/office/drawing/2014/main" id="{C50F0F7A-987B-4610-8AF4-400A9F66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0" name="Loop heading 2">
            <a:extLst xmlns:a="http://schemas.openxmlformats.org/drawingml/2006/main">
              <a:ext uri="{FF2B5EF4-FFF2-40B4-BE49-F238E27FC236}">
                <a16:creationId xmlns:a16="http://schemas.microsoft.com/office/drawing/2014/main" id="{37495DF7-7C83-4038-85DB-F4667B01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wählt den nächsten Schritt</a:t>
            </a:r>
          </a:p>
        </p:txBody>
      </p:sp>
      <p:sp>
        <p:nvSpPr>
          <p:cNvPr id="31" name="Loop detail 2">
            <a:extLst xmlns:a="http://schemas.openxmlformats.org/drawingml/2006/main">
              <a:ext uri="{FF2B5EF4-FFF2-40B4-BE49-F238E27FC236}">
                <a16:creationId xmlns:a16="http://schemas.microsoft.com/office/drawing/2014/main" id="{EC807403-0608-4B7E-8840-93B8B12A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717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antworten, nachfragen, Tool nutzen oder delegieren</a:t>
            </a:r>
          </a:p>
        </p:txBody>
      </p:sp>
      <p:sp>
        <p:nvSpPr>
          <p:cNvPr id="32" name="Loop divider 2">
            <a:extLst xmlns:a="http://schemas.openxmlformats.org/drawingml/2006/main">
              <a:ext uri="{FF2B5EF4-FFF2-40B4-BE49-F238E27FC236}">
                <a16:creationId xmlns:a16="http://schemas.microsoft.com/office/drawing/2014/main" id="{D41110F2-0995-4E31-A276-78140D52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Loop number 3">
            <a:extLst xmlns:a="http://schemas.openxmlformats.org/drawingml/2006/main">
              <a:ext uri="{FF2B5EF4-FFF2-40B4-BE49-F238E27FC236}">
                <a16:creationId xmlns:a16="http://schemas.microsoft.com/office/drawing/2014/main" id="{1F027802-E1C4-43A8-89EF-DA4C164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4" name="Loop heading 3">
            <a:extLst xmlns:a="http://schemas.openxmlformats.org/drawingml/2006/main">
              <a:ext uri="{FF2B5EF4-FFF2-40B4-BE49-F238E27FC236}">
                <a16:creationId xmlns:a16="http://schemas.microsoft.com/office/drawing/2014/main" id="{85581B38-4B2D-42CF-8A68-AE8A7BAD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ruft das Modell erneut auf</a:t>
            </a:r>
          </a:p>
        </p:txBody>
      </p:sp>
      <p:sp>
        <p:nvSpPr>
          <p:cNvPr id="35" name="Loop detail 3">
            <a:extLst xmlns:a="http://schemas.openxmlformats.org/drawingml/2006/main">
              <a:ext uri="{FF2B5EF4-FFF2-40B4-BE49-F238E27FC236}">
                <a16:creationId xmlns:a16="http://schemas.microsoft.com/office/drawing/2014/main" id="{5AB587B8-D15C-40CE-B7CB-1C1E1FF5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052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Tool-Ergebnis wird als Text in den neuen Kontext eingefügt</a:t>
            </a:r>
          </a:p>
        </p:txBody>
      </p:sp>
      <p:sp>
        <p:nvSpPr>
          <p:cNvPr id="36" name="Loop divider 3">
            <a:extLst xmlns:a="http://schemas.openxmlformats.org/drawingml/2006/main">
              <a:ext uri="{FF2B5EF4-FFF2-40B4-BE49-F238E27FC236}">
                <a16:creationId xmlns:a16="http://schemas.microsoft.com/office/drawing/2014/main" id="{414D41E0-6867-4280-BAE0-904890C3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Loop number 4">
            <a:extLst xmlns:a="http://schemas.openxmlformats.org/drawingml/2006/main">
              <a:ext uri="{FF2B5EF4-FFF2-40B4-BE49-F238E27FC236}">
                <a16:creationId xmlns:a16="http://schemas.microsoft.com/office/drawing/2014/main" id="{C8C1FF12-B644-48DA-BBEE-C1EC2A31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243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8" name="Loop heading 4">
            <a:extLst xmlns:a="http://schemas.openxmlformats.org/drawingml/2006/main">
              <a:ext uri="{FF2B5EF4-FFF2-40B4-BE49-F238E27FC236}">
                <a16:creationId xmlns:a16="http://schemas.microsoft.com/office/drawing/2014/main" id="{4E868F72-BC2E-4096-B46D-23CF9E1E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setzt fort oder stoppt</a:t>
            </a:r>
          </a:p>
        </p:txBody>
      </p:sp>
      <p:sp>
        <p:nvSpPr>
          <p:cNvPr id="39" name="Loop detail 4">
            <a:extLst xmlns:a="http://schemas.openxmlformats.org/drawingml/2006/main">
              <a:ext uri="{FF2B5EF4-FFF2-40B4-BE49-F238E27FC236}">
                <a16:creationId xmlns:a16="http://schemas.microsoft.com/office/drawing/2014/main" id="{02D5EBB1-C3C5-48DC-9DBB-B81336B3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386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Schleife, Abschluss, Grenze oder Freigabe</a:t>
            </a:r>
          </a:p>
        </p:txBody>
      </p:sp>
      <p:sp>
        <p:nvSpPr>
          <p:cNvPr id="40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2E05CE67-EE5F-4BED-A8FB-6DCA0C3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662E66E2-E1E9-4466-A8FC-0058DAA5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Im Kern: LLM → Tool → LLM → Tool … bis Abschluss oder Abbruch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3D7D1C8-AE23-AA48-DF65-C742588DBE47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F7EAE63-9E7A-45EB-A83A-06FAE108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6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ReAct verbindet Denken und Handeln in einer Schleife</a:t>
            </a:r>
          </a:p>
        </p:txBody>
      </p:sp>
      <p:sp>
        <p:nvSpPr>
          <p:cNvPr id="21" name="ReAct diagram panel">
            <a:extLst xmlns:a="http://schemas.openxmlformats.org/drawingml/2006/main">
              <a:ext uri="{FF2B5EF4-FFF2-40B4-BE49-F238E27FC236}">
                <a16:creationId xmlns:a16="http://schemas.microsoft.com/office/drawing/2014/main" id="{B18B58F7-A4FE-4569-905C-7DDE3CE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62050"/>
            <a:ext cx="43815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Grafik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a27fb18bc4db5"/>
          <a:stretch xmlns:a="http://schemas.openxmlformats.org/drawingml/2006/main"/>
        </p:blipFill>
        <p:spPr>
          <a:xfrm xmlns:a="http://schemas.openxmlformats.org/drawingml/2006/main">
            <a:off x="1047750" y="1428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3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5A462DA9-D916-42FB-9ABE-64264DDB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88CA0105-48E3-468D-80F3-15897793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" y="5732526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Jede Action verändert die Welt – und erzeugt damit die nächste Beobachtung.</a:t>
            </a:r>
          </a:p>
        </p:txBody>
      </p:sp>
      <p:pic>
        <p:nvPicPr>
          <p:cNvPr id="33" name="Grafik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07973daed4d5b"/>
          <a:stretch xmlns:a="http://schemas.openxmlformats.org/drawingml/2006/main"/>
        </p:blipFill>
        <p:spPr>
          <a:xfrm xmlns:a="http://schemas.openxmlformats.org/drawingml/2006/main">
            <a:off x="4171972" y="1301687"/>
            <a:ext cx="3848055" cy="4044982"/>
          </a:xfrm>
          <a:prstGeom xmlns:a="http://schemas.openxmlformats.org/drawingml/2006/main" prst="rect">
            <a:avLst/>
          </a:prstGeom>
        </p:spPr>
      </p:pic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187FB715-A0AA-C79F-3989-C097FE65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474876"/>
            <a:ext cx="6097904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https://www.philschmid.de/langgraph-gemini-2-5-react-agent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A58DA2A-B818-18A9-29C1-B697728D5BC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ED66526-7A78-4255-9D72-342784E9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ReAct-Schleife funktioniert nur innerhalb einer Infrastruktur</a:t>
            </a:r>
          </a:p>
        </p:txBody>
      </p:sp>
      <p:sp>
        <p:nvSpPr>
          <p:cNvPr id="21" name="Agent runtime frame">
            <a:extLst xmlns:a="http://schemas.openxmlformats.org/drawingml/2006/main">
              <a:ext uri="{FF2B5EF4-FFF2-40B4-BE49-F238E27FC236}">
                <a16:creationId xmlns:a16="http://schemas.microsoft.com/office/drawing/2014/main" id="{FD827DF3-5F90-4899-A680-FFD91991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47625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gent runtime label">
            <a:extLst xmlns:a="http://schemas.openxmlformats.org/drawingml/2006/main">
              <a:ext uri="{FF2B5EF4-FFF2-40B4-BE49-F238E27FC236}">
                <a16:creationId xmlns:a16="http://schemas.microsoft.com/office/drawing/2014/main" id="{772EF4A6-EA8B-453A-8855-46C7CEF1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33475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Agent runtime label text">
            <a:extLst xmlns:a="http://schemas.openxmlformats.org/drawingml/2006/main">
              <a:ext uri="{FF2B5EF4-FFF2-40B4-BE49-F238E27FC236}">
                <a16:creationId xmlns:a16="http://schemas.microsoft.com/office/drawing/2014/main" id="{D8E7BE05-25C0-40B1-AC36-CACCF15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62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AGENT RUNTIME</a:t>
            </a:r>
          </a:p>
        </p:txBody>
      </p:sp>
      <p:pic>
        <p:nvPicPr>
          <p:cNvPr id="50" name="Grafik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e9c2b1e464ae7"/>
          <a:stretch xmlns:a="http://schemas.openxmlformats.org/drawingml/2006/main"/>
        </p:blipFill>
        <p:spPr>
          <a:xfrm xmlns:a="http://schemas.openxmlformats.org/drawingml/2006/main">
            <a:off x="1047750" y="1428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Responsibilities heading">
            <a:extLst xmlns:a="http://schemas.openxmlformats.org/drawingml/2006/main">
              <a:ext uri="{FF2B5EF4-FFF2-40B4-BE49-F238E27FC236}">
                <a16:creationId xmlns:a16="http://schemas.microsoft.com/office/drawing/2014/main" id="{873436AF-BD1F-4A52-9188-E383D96B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der technische Rahmen übernimmt</a:t>
            </a:r>
          </a:p>
        </p:txBody>
      </p:sp>
      <p:sp>
        <p:nvSpPr>
          <p:cNvPr id="26" name="Responsibility accent 1">
            <a:extLst xmlns:a="http://schemas.openxmlformats.org/drawingml/2006/main">
              <a:ext uri="{FF2B5EF4-FFF2-40B4-BE49-F238E27FC236}">
                <a16:creationId xmlns:a16="http://schemas.microsoft.com/office/drawing/2014/main" id="{7AE324EA-AD6B-4381-8B57-B543215B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sponsibility 1 heading">
            <a:extLst xmlns:a="http://schemas.openxmlformats.org/drawingml/2006/main">
              <a:ext uri="{FF2B5EF4-FFF2-40B4-BE49-F238E27FC236}">
                <a16:creationId xmlns:a16="http://schemas.microsoft.com/office/drawing/2014/main" id="{ABB554E9-5249-465A-B73B-DFE84F2D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Zustand</a:t>
            </a:r>
          </a:p>
        </p:txBody>
      </p:sp>
      <p:sp>
        <p:nvSpPr>
          <p:cNvPr id="28" name="Responsibility 1 detail">
            <a:extLst xmlns:a="http://schemas.openxmlformats.org/drawingml/2006/main">
              <a:ext uri="{FF2B5EF4-FFF2-40B4-BE49-F238E27FC236}">
                <a16:creationId xmlns:a16="http://schemas.microsoft.com/office/drawing/2014/main" id="{C8FA0B52-97DA-4B19-A63C-EC67E6E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Nachrichtenverlauf, Tool-Ergebnisse, Checkpoints</a:t>
            </a:r>
          </a:p>
        </p:txBody>
      </p:sp>
      <p:sp>
        <p:nvSpPr>
          <p:cNvPr id="29" name="Responsibility divider 1">
            <a:extLst xmlns:a="http://schemas.openxmlformats.org/drawingml/2006/main">
              <a:ext uri="{FF2B5EF4-FFF2-40B4-BE49-F238E27FC236}">
                <a16:creationId xmlns:a16="http://schemas.microsoft.com/office/drawing/2014/main" id="{B19ABE41-6E32-4C51-B8BA-BA1431F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sponsibility accent 2">
            <a:extLst xmlns:a="http://schemas.openxmlformats.org/drawingml/2006/main">
              <a:ext uri="{FF2B5EF4-FFF2-40B4-BE49-F238E27FC236}">
                <a16:creationId xmlns:a16="http://schemas.microsoft.com/office/drawing/2014/main" id="{64750C83-A72B-4793-9F65-B5306833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sponsibility 2 heading">
            <a:extLst xmlns:a="http://schemas.openxmlformats.org/drawingml/2006/main">
              <a:ext uri="{FF2B5EF4-FFF2-40B4-BE49-F238E27FC236}">
                <a16:creationId xmlns:a16="http://schemas.microsoft.com/office/drawing/2014/main" id="{07C6E8C8-1471-4492-9B7B-1C4C8468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Ausführung</a:t>
            </a:r>
          </a:p>
        </p:txBody>
      </p:sp>
      <p:sp>
        <p:nvSpPr>
          <p:cNvPr id="32" name="Responsibility 2 detail">
            <a:extLst xmlns:a="http://schemas.openxmlformats.org/drawingml/2006/main">
              <a:ext uri="{FF2B5EF4-FFF2-40B4-BE49-F238E27FC236}">
                <a16:creationId xmlns:a16="http://schemas.microsoft.com/office/drawing/2014/main" id="{64A93E4B-897F-4B5D-8F93-5E8683AA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90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Tool Registry, HTTP-Client, Timeouts, Retries</a:t>
            </a:r>
          </a:p>
        </p:txBody>
      </p:sp>
      <p:sp>
        <p:nvSpPr>
          <p:cNvPr id="33" name="Responsibility divider 2">
            <a:extLst xmlns:a="http://schemas.openxmlformats.org/drawingml/2006/main">
              <a:ext uri="{FF2B5EF4-FFF2-40B4-BE49-F238E27FC236}">
                <a16:creationId xmlns:a16="http://schemas.microsoft.com/office/drawing/2014/main" id="{D86817E9-F584-47F7-90F1-682B832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sponsibility accent 3">
            <a:extLst xmlns:a="http://schemas.openxmlformats.org/drawingml/2006/main">
              <a:ext uri="{FF2B5EF4-FFF2-40B4-BE49-F238E27FC236}">
                <a16:creationId xmlns:a16="http://schemas.microsoft.com/office/drawing/2014/main" id="{28B9FB5D-ECED-4DDC-BC9C-4A5D972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sponsibility 3 heading">
            <a:extLst xmlns:a="http://schemas.openxmlformats.org/drawingml/2006/main">
              <a:ext uri="{FF2B5EF4-FFF2-40B4-BE49-F238E27FC236}">
                <a16:creationId xmlns:a16="http://schemas.microsoft.com/office/drawing/2014/main" id="{6300C4FE-1DD5-4A8E-941F-254CAD28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Sicherheit</a:t>
            </a:r>
          </a:p>
        </p:txBody>
      </p:sp>
      <p:sp>
        <p:nvSpPr>
          <p:cNvPr id="36" name="Responsibility 3 detail">
            <a:extLst xmlns:a="http://schemas.openxmlformats.org/drawingml/2006/main">
              <a:ext uri="{FF2B5EF4-FFF2-40B4-BE49-F238E27FC236}">
                <a16:creationId xmlns:a16="http://schemas.microsoft.com/office/drawing/2014/main" id="{5E41297E-8751-40A4-A6BA-9394DDE4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Berechtigungen, Secrets, Freigaben, Limits</a:t>
            </a:r>
          </a:p>
        </p:txBody>
      </p:sp>
      <p:sp>
        <p:nvSpPr>
          <p:cNvPr id="37" name="Responsibility divider 3">
            <a:extLst xmlns:a="http://schemas.openxmlformats.org/drawingml/2006/main">
              <a:ext uri="{FF2B5EF4-FFF2-40B4-BE49-F238E27FC236}">
                <a16:creationId xmlns:a16="http://schemas.microsoft.com/office/drawing/2014/main" id="{965CF37D-D831-4B93-A94A-5AA5E94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sponsibility accent 4">
            <a:extLst xmlns:a="http://schemas.openxmlformats.org/drawingml/2006/main">
              <a:ext uri="{FF2B5EF4-FFF2-40B4-BE49-F238E27FC236}">
                <a16:creationId xmlns:a16="http://schemas.microsoft.com/office/drawing/2014/main" id="{DED9208A-7CA9-44DC-8A2B-FF9A5366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sponsibility 4 heading">
            <a:extLst xmlns:a="http://schemas.openxmlformats.org/drawingml/2006/main">
              <a:ext uri="{FF2B5EF4-FFF2-40B4-BE49-F238E27FC236}">
                <a16:creationId xmlns:a16="http://schemas.microsoft.com/office/drawing/2014/main" id="{72A1CBED-84C4-4FCF-90F9-1696B764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Beobachtbarkeit</a:t>
            </a:r>
          </a:p>
        </p:txBody>
      </p:sp>
      <p:sp>
        <p:nvSpPr>
          <p:cNvPr id="40" name="Responsibility 4 detail">
            <a:extLst xmlns:a="http://schemas.openxmlformats.org/drawingml/2006/main">
              <a:ext uri="{FF2B5EF4-FFF2-40B4-BE49-F238E27FC236}">
                <a16:creationId xmlns:a16="http://schemas.microsoft.com/office/drawing/2014/main" id="{FAF2255D-E7BF-4CD9-9E28-6E4D97C9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Traces, Logs, Kosten, Fehler, Evaluation</a:t>
            </a:r>
          </a:p>
        </p:txBody>
      </p:sp>
      <p:sp>
        <p:nvSpPr>
          <p:cNvPr id="41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65C39438-9183-47C4-9F4F-FB186CDA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C6565152-D5BF-43FC-847E-61FBF335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Das LLM entscheidet; die Infrastruktur speichert, erlaubt, führt aus und beobachtet.</a:t>
            </a:r>
          </a:p>
        </p:txBody>
      </p:sp>
      <p:pic>
        <p:nvPicPr>
          <p:cNvPr id="69" name="Grafik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2e9ef2b704493"/>
          <a:stretch xmlns:a="http://schemas.openxmlformats.org/drawingml/2006/main"/>
        </p:blipFill>
        <p:spPr>
          <a:xfrm xmlns:a="http://schemas.openxmlformats.org/drawingml/2006/main">
            <a:off x="1543160" y="1562100"/>
            <a:ext cx="3352675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88657AE-30A1-5A7A-6A7F-315D84436430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15C8343-BAD1-4B8A-B715-97A1B6F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Infrastruktur macht Agenten betreibbar</a:t>
            </a:r>
          </a:p>
        </p:txBody>
      </p:sp>
      <p:sp>
        <p:nvSpPr>
          <p:cNvPr id="21" name="Infrastructure subtitle">
            <a:extLst xmlns:a="http://schemas.openxmlformats.org/drawingml/2006/main">
              <a:ext uri="{FF2B5EF4-FFF2-40B4-BE49-F238E27FC236}">
                <a16:creationId xmlns:a16="http://schemas.microsoft.com/office/drawing/2014/main" id="{FE56C88B-290F-4BBF-8F01-FE626D3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Der Agent beschreibt Verhalten. Die Infrastruktur liefert den kontrollierten Laufzeitrahmen.</a:t>
            </a:r>
          </a:p>
        </p:txBody>
      </p:sp>
      <p:sp>
        <p:nvSpPr>
          <p:cNvPr id="22" name="Capability 1 panel">
            <a:extLst xmlns:a="http://schemas.openxmlformats.org/drawingml/2006/main">
              <a:ext uri="{FF2B5EF4-FFF2-40B4-BE49-F238E27FC236}">
                <a16:creationId xmlns:a16="http://schemas.microsoft.com/office/drawing/2014/main" id="{71428F92-F896-4D0F-A764-52DA486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Capability 1 accent">
            <a:extLst xmlns:a="http://schemas.openxmlformats.org/drawingml/2006/main">
              <a:ext uri="{FF2B5EF4-FFF2-40B4-BE49-F238E27FC236}">
                <a16:creationId xmlns:a16="http://schemas.microsoft.com/office/drawing/2014/main" id="{35DD8119-A816-4DE8-A8C6-4C1C818B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Capability 1 title">
            <a:extLst xmlns:a="http://schemas.openxmlformats.org/drawingml/2006/main">
              <a:ext uri="{FF2B5EF4-FFF2-40B4-BE49-F238E27FC236}">
                <a16:creationId xmlns:a16="http://schemas.microsoft.com/office/drawing/2014/main" id="{D9CAAD89-88F5-4565-9518-888FDF76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Runtime &amp; Orchestrierung</a:t>
            </a:r>
          </a:p>
        </p:txBody>
      </p:sp>
      <p:sp>
        <p:nvSpPr>
          <p:cNvPr id="25" name="Capability 1 detail">
            <a:extLst xmlns:a="http://schemas.openxmlformats.org/drawingml/2006/main">
              <a:ext uri="{FF2B5EF4-FFF2-40B4-BE49-F238E27FC236}">
                <a16:creationId xmlns:a16="http://schemas.microsoft.com/office/drawing/2014/main" id="{F8F5C7F6-74FF-461B-836F-CE507B36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Schleife, Tool-Dispatch, Limits, Abbruch</a:t>
            </a:r>
          </a:p>
        </p:txBody>
      </p:sp>
      <p:sp>
        <p:nvSpPr>
          <p:cNvPr id="26" name="Capability 2 panel">
            <a:extLst xmlns:a="http://schemas.openxmlformats.org/drawingml/2006/main">
              <a:ext uri="{FF2B5EF4-FFF2-40B4-BE49-F238E27FC236}">
                <a16:creationId xmlns:a16="http://schemas.microsoft.com/office/drawing/2014/main" id="{B4BCBC40-14DD-460F-8942-B5215456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Capability 2 accent">
            <a:extLst xmlns:a="http://schemas.openxmlformats.org/drawingml/2006/main">
              <a:ext uri="{FF2B5EF4-FFF2-40B4-BE49-F238E27FC236}">
                <a16:creationId xmlns:a16="http://schemas.microsoft.com/office/drawing/2014/main" id="{08925150-0590-47AF-BAFA-3ADBE14C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Capability 2 title">
            <a:extLst xmlns:a="http://schemas.openxmlformats.org/drawingml/2006/main">
              <a:ext uri="{FF2B5EF4-FFF2-40B4-BE49-F238E27FC236}">
                <a16:creationId xmlns:a16="http://schemas.microsoft.com/office/drawing/2014/main" id="{E4F09E40-8C6C-4482-A5E7-658F046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Werkzeuge &amp; Schnittstellen</a:t>
            </a:r>
          </a:p>
        </p:txBody>
      </p:sp>
      <p:sp>
        <p:nvSpPr>
          <p:cNvPr id="29" name="Capability 2 detail">
            <a:extLst xmlns:a="http://schemas.openxmlformats.org/drawingml/2006/main">
              <a:ext uri="{FF2B5EF4-FFF2-40B4-BE49-F238E27FC236}">
                <a16:creationId xmlns:a16="http://schemas.microsoft.com/office/drawing/2014/main" id="{8F22E8F0-EBC5-4B56-A012-0DCD5D5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APIs, MCP, Datenbanken, Sandbox</a:t>
            </a:r>
          </a:p>
        </p:txBody>
      </p:sp>
      <p:sp>
        <p:nvSpPr>
          <p:cNvPr id="30" name="Capability 3 panel">
            <a:extLst xmlns:a="http://schemas.openxmlformats.org/drawingml/2006/main">
              <a:ext uri="{FF2B5EF4-FFF2-40B4-BE49-F238E27FC236}">
                <a16:creationId xmlns:a16="http://schemas.microsoft.com/office/drawing/2014/main" id="{5B318D42-5610-4410-A4F3-8E86194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Capability 3 accent">
            <a:extLst xmlns:a="http://schemas.openxmlformats.org/drawingml/2006/main">
              <a:ext uri="{FF2B5EF4-FFF2-40B4-BE49-F238E27FC236}">
                <a16:creationId xmlns:a16="http://schemas.microsoft.com/office/drawing/2014/main" id="{EFEF5F80-1E59-4353-8EDC-A4C978AA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Capability 3 title">
            <a:extLst xmlns:a="http://schemas.openxmlformats.org/drawingml/2006/main">
              <a:ext uri="{FF2B5EF4-FFF2-40B4-BE49-F238E27FC236}">
                <a16:creationId xmlns:a16="http://schemas.microsoft.com/office/drawing/2014/main" id="{2CFD14D6-A7FF-4773-8091-6FAFD9A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Zustand &amp; Speicher</a:t>
            </a:r>
          </a:p>
        </p:txBody>
      </p:sp>
      <p:sp>
        <p:nvSpPr>
          <p:cNvPr id="33" name="Capability 3 detail">
            <a:extLst xmlns:a="http://schemas.openxmlformats.org/drawingml/2006/main">
              <a:ext uri="{FF2B5EF4-FFF2-40B4-BE49-F238E27FC236}">
                <a16:creationId xmlns:a16="http://schemas.microsoft.com/office/drawing/2014/main" id="{1D8E32D0-3BB2-4516-972F-213B37DF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Kontext, Sessions, Artefakte, Checkpoints</a:t>
            </a:r>
          </a:p>
        </p:txBody>
      </p:sp>
      <p:sp>
        <p:nvSpPr>
          <p:cNvPr id="34" name="Capability 4 panel">
            <a:extLst xmlns:a="http://schemas.openxmlformats.org/drawingml/2006/main">
              <a:ext uri="{FF2B5EF4-FFF2-40B4-BE49-F238E27FC236}">
                <a16:creationId xmlns:a16="http://schemas.microsoft.com/office/drawing/2014/main" id="{C5040B76-6CD6-4916-B2DF-735B5B51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Capability 4 accent">
            <a:extLst xmlns:a="http://schemas.openxmlformats.org/drawingml/2006/main">
              <a:ext uri="{FF2B5EF4-FFF2-40B4-BE49-F238E27FC236}">
                <a16:creationId xmlns:a16="http://schemas.microsoft.com/office/drawing/2014/main" id="{ED80457F-2A98-48B0-B0A0-C6A2E9A2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Capability 4 title">
            <a:extLst xmlns:a="http://schemas.openxmlformats.org/drawingml/2006/main">
              <a:ext uri="{FF2B5EF4-FFF2-40B4-BE49-F238E27FC236}">
                <a16:creationId xmlns:a16="http://schemas.microsoft.com/office/drawing/2014/main" id="{8042713A-B4B9-4C45-B852-A906D6A7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Sicherheit &amp; Governance</a:t>
            </a:r>
          </a:p>
        </p:txBody>
      </p:sp>
      <p:sp>
        <p:nvSpPr>
          <p:cNvPr id="37" name="Capability 4 detail">
            <a:extLst xmlns:a="http://schemas.openxmlformats.org/drawingml/2006/main">
              <a:ext uri="{FF2B5EF4-FFF2-40B4-BE49-F238E27FC236}">
                <a16:creationId xmlns:a16="http://schemas.microsoft.com/office/drawing/2014/main" id="{99337BB0-D0E8-40D1-B02D-FBC0C6C5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Rechte, Freigaben, Guardrails, Secrets</a:t>
            </a:r>
          </a:p>
        </p:txBody>
      </p:sp>
      <p:sp>
        <p:nvSpPr>
          <p:cNvPr id="38" name="Capability 5 panel">
            <a:extLst xmlns:a="http://schemas.openxmlformats.org/drawingml/2006/main">
              <a:ext uri="{FF2B5EF4-FFF2-40B4-BE49-F238E27FC236}">
                <a16:creationId xmlns:a16="http://schemas.microsoft.com/office/drawing/2014/main" id="{012D557F-53AE-47B2-B9DD-6FFF1ABC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Capability 5 accent">
            <a:extLst xmlns:a="http://schemas.openxmlformats.org/drawingml/2006/main">
              <a:ext uri="{FF2B5EF4-FFF2-40B4-BE49-F238E27FC236}">
                <a16:creationId xmlns:a16="http://schemas.microsoft.com/office/drawing/2014/main" id="{BA29FD29-B00F-4D55-8D05-F1005826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Capability 5 title">
            <a:extLst xmlns:a="http://schemas.openxmlformats.org/drawingml/2006/main">
              <a:ext uri="{FF2B5EF4-FFF2-40B4-BE49-F238E27FC236}">
                <a16:creationId xmlns:a16="http://schemas.microsoft.com/office/drawing/2014/main" id="{ABE6FAC4-C7FB-4AF6-9DBE-C8A13E9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Beobachtbarkeit</a:t>
            </a:r>
          </a:p>
        </p:txBody>
      </p:sp>
      <p:sp>
        <p:nvSpPr>
          <p:cNvPr id="41" name="Capability 5 detail">
            <a:extLst xmlns:a="http://schemas.openxmlformats.org/drawingml/2006/main">
              <a:ext uri="{FF2B5EF4-FFF2-40B4-BE49-F238E27FC236}">
                <a16:creationId xmlns:a16="http://schemas.microsoft.com/office/drawing/2014/main" id="{D2ED32CD-B0BA-40D8-9835-9B22CDB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Logs, Traces, Kosten, Fehler, Evaluation</a:t>
            </a:r>
          </a:p>
        </p:txBody>
      </p:sp>
      <p:sp>
        <p:nvSpPr>
          <p:cNvPr id="42" name="Capability 6 panel">
            <a:extLst xmlns:a="http://schemas.openxmlformats.org/drawingml/2006/main">
              <a:ext uri="{FF2B5EF4-FFF2-40B4-BE49-F238E27FC236}">
                <a16:creationId xmlns:a16="http://schemas.microsoft.com/office/drawing/2014/main" id="{3936B06F-ADAE-451D-9E40-D0ED3264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Capability 6 accent">
            <a:extLst xmlns:a="http://schemas.openxmlformats.org/drawingml/2006/main">
              <a:ext uri="{FF2B5EF4-FFF2-40B4-BE49-F238E27FC236}">
                <a16:creationId xmlns:a16="http://schemas.microsoft.com/office/drawing/2014/main" id="{16B73B35-1ECD-40EF-A0DD-0530AA77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Capability 6 title">
            <a:extLst xmlns:a="http://schemas.openxmlformats.org/drawingml/2006/main">
              <a:ext uri="{FF2B5EF4-FFF2-40B4-BE49-F238E27FC236}">
                <a16:creationId xmlns:a16="http://schemas.microsoft.com/office/drawing/2014/main" id="{602E03F5-9CAF-44C1-8E3B-C442F0A0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Betrieb</a:t>
            </a:r>
          </a:p>
        </p:txBody>
      </p:sp>
      <p:sp>
        <p:nvSpPr>
          <p:cNvPr id="45" name="Capability 6 detail">
            <a:extLst xmlns:a="http://schemas.openxmlformats.org/drawingml/2006/main">
              <a:ext uri="{FF2B5EF4-FFF2-40B4-BE49-F238E27FC236}">
                <a16:creationId xmlns:a16="http://schemas.microsoft.com/office/drawing/2014/main" id="{2EBBA135-E310-475C-BAF6-833DD6C4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Deployment, Queues, Skalierung, Wiederanlauf</a:t>
            </a:r>
          </a:p>
        </p:txBody>
      </p:sp>
      <p:sp>
        <p:nvSpPr>
          <p:cNvPr id="46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A5B80C1E-851A-4284-ACE7-46483F5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0055E876-6D60-480B-A6FB-57AD28A2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Agent = Verhalten. Infrastruktur = Ausführung, Grenzen und Nachvollziehbarkeit.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B7BEEEC-A170-5376-2B6E-CB54687B0CB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318AAF2-15FE-4A93-80AC-3CDB78F0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 Durchlauf</a:t>
            </a:r>
          </a:p>
        </p:txBody>
      </p:sp>
      <p:sp>
        <p:nvSpPr>
          <p:cNvPr id="21" name="Goal label">
            <a:extLst xmlns:a="http://schemas.openxmlformats.org/drawingml/2006/main">
              <a:ext uri="{FF2B5EF4-FFF2-40B4-BE49-F238E27FC236}">
                <a16:creationId xmlns:a16="http://schemas.microsoft.com/office/drawing/2014/main" id="{D9CCFCDC-6C37-46BF-96F5-658DECC0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Goal label text">
            <a:extLst xmlns:a="http://schemas.openxmlformats.org/drawingml/2006/main">
              <a:ext uri="{FF2B5EF4-FFF2-40B4-BE49-F238E27FC236}">
                <a16:creationId xmlns:a16="http://schemas.microsoft.com/office/drawing/2014/main" id="{6C065F79-556B-4426-A939-DD4D3CB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43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ZIEL</a:t>
            </a:r>
          </a:p>
        </p:txBody>
      </p:sp>
      <p:sp>
        <p:nvSpPr>
          <p:cNvPr id="23" name="Run goal">
            <a:extLst xmlns:a="http://schemas.openxmlformats.org/drawingml/2006/main">
              <a:ext uri="{FF2B5EF4-FFF2-40B4-BE49-F238E27FC236}">
                <a16:creationId xmlns:a16="http://schemas.microsoft.com/office/drawing/2014/main" id="{033ED0D3-3972-46E8-A764-B902CF6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66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Kundenanfrage mit aktuellem Lieferstatus beantworten</a:t>
            </a:r>
          </a:p>
        </p:txBody>
      </p:sp>
      <p:pic>
        <p:nvPicPr>
          <p:cNvPr id="30" name="Grafik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1afd5b9ce4c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1524000"/>
            <a:ext cx="7772400" cy="5181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9ABA3A-2291-4AC5-0FC5-13EB350AE3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B7BEEEC-A170-5376-2B6E-CB54687B0CB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FF798A1-6654-59A1-7CE9-CE3047E0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 Durchlauf</a:t>
            </a:r>
          </a:p>
        </p:txBody>
      </p:sp>
      <p:sp>
        <p:nvSpPr>
          <p:cNvPr id="21" name="Goal label">
            <a:extLst xmlns:a="http://schemas.openxmlformats.org/drawingml/2006/main">
              <a:ext uri="{FF2B5EF4-FFF2-40B4-BE49-F238E27FC236}">
                <a16:creationId xmlns:a16="http://schemas.microsoft.com/office/drawing/2014/main" id="{4874CD15-ED17-C547-2758-81B82DB7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Goal label text">
            <a:extLst xmlns:a="http://schemas.openxmlformats.org/drawingml/2006/main">
              <a:ext uri="{FF2B5EF4-FFF2-40B4-BE49-F238E27FC236}">
                <a16:creationId xmlns:a16="http://schemas.microsoft.com/office/drawing/2014/main" id="{E71C50B8-8829-B208-60BC-3B7AB2A9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43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ZIEL</a:t>
            </a:r>
          </a:p>
        </p:txBody>
      </p:sp>
      <p:sp>
        <p:nvSpPr>
          <p:cNvPr id="23" name="Run goal">
            <a:extLst xmlns:a="http://schemas.openxmlformats.org/drawingml/2006/main">
              <a:ext uri="{FF2B5EF4-FFF2-40B4-BE49-F238E27FC236}">
                <a16:creationId xmlns:a16="http://schemas.microsoft.com/office/drawing/2014/main" id="{31F4CBAE-E0BF-9673-843B-A4FD41A2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66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Kundenanfrage mit aktuellem Lieferstatus beantworten</a:t>
            </a:r>
          </a:p>
        </p:txBody>
      </p:sp>
      <p:sp>
        <p:nvSpPr>
          <p:cNvPr id="24" name="Run connector 1">
            <a:extLst xmlns:a="http://schemas.openxmlformats.org/drawingml/2006/main">
              <a:ext uri="{FF2B5EF4-FFF2-40B4-BE49-F238E27FC236}">
                <a16:creationId xmlns:a16="http://schemas.microsoft.com/office/drawing/2014/main" id="{1CCBB5E1-30EA-E360-6CDB-8A31C96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05176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un connector 2">
            <a:extLst xmlns:a="http://schemas.openxmlformats.org/drawingml/2006/main">
              <a:ext uri="{FF2B5EF4-FFF2-40B4-BE49-F238E27FC236}">
                <a16:creationId xmlns:a16="http://schemas.microsoft.com/office/drawing/2014/main" id="{5582CBEC-33AF-FAF6-D8F2-AC79959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05176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un connector 3">
            <a:extLst xmlns:a="http://schemas.openxmlformats.org/drawingml/2006/main">
              <a:ext uri="{FF2B5EF4-FFF2-40B4-BE49-F238E27FC236}">
                <a16:creationId xmlns:a16="http://schemas.microsoft.com/office/drawing/2014/main" id="{18377CBF-68FF-FFB7-102D-6AA0450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05176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un connector 4">
            <a:extLst xmlns:a="http://schemas.openxmlformats.org/drawingml/2006/main">
              <a:ext uri="{FF2B5EF4-FFF2-40B4-BE49-F238E27FC236}">
                <a16:creationId xmlns:a16="http://schemas.microsoft.com/office/drawing/2014/main" id="{2C4BA11E-504C-8BF2-B110-42C1DB11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05176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un card 1">
            <a:extLst xmlns:a="http://schemas.openxmlformats.org/drawingml/2006/main">
              <a:ext uri="{FF2B5EF4-FFF2-40B4-BE49-F238E27FC236}">
                <a16:creationId xmlns:a16="http://schemas.microsoft.com/office/drawing/2014/main" id="{9DDB63F4-9AD9-6491-E051-8A5A4B7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28801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4D7DE"/>
          </a:solidFill>
          <a:ln xmlns:a="http://schemas.openxmlformats.org/drawingml/2006/main" w="0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un card 1 symbol">
            <a:extLst xmlns:a="http://schemas.openxmlformats.org/drawingml/2006/main">
              <a:ext uri="{FF2B5EF4-FFF2-40B4-BE49-F238E27FC236}">
                <a16:creationId xmlns:a16="http://schemas.microsoft.com/office/drawing/2014/main" id="{5857E276-F6BE-2257-F040-1E3078F5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19301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O₁</a:t>
            </a:r>
          </a:p>
        </p:txBody>
      </p:sp>
      <p:sp>
        <p:nvSpPr>
          <p:cNvPr id="31" name="Run card 1 type">
            <a:extLst xmlns:a="http://schemas.openxmlformats.org/drawingml/2006/main">
              <a:ext uri="{FF2B5EF4-FFF2-40B4-BE49-F238E27FC236}">
                <a16:creationId xmlns:a16="http://schemas.microsoft.com/office/drawing/2014/main" id="{67F687D0-5F64-3C11-EDFF-165E897E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1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OBSERVATION</a:t>
            </a:r>
          </a:p>
        </p:txBody>
      </p:sp>
      <p:sp>
        <p:nvSpPr>
          <p:cNvPr id="32" name="Run card 1 body">
            <a:extLst xmlns:a="http://schemas.openxmlformats.org/drawingml/2006/main">
              <a:ext uri="{FF2B5EF4-FFF2-40B4-BE49-F238E27FC236}">
                <a16:creationId xmlns:a16="http://schemas.microsoft.com/office/drawing/2014/main" id="{0A58E185-3AC2-67F8-E68F-BFFAD12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33801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Anfrage nach Lieferstatus</a:t>
            </a:r>
          </a:p>
        </p:txBody>
      </p:sp>
      <p:sp>
        <p:nvSpPr>
          <p:cNvPr id="33" name="Run card 2">
            <a:extLst xmlns:a="http://schemas.openxmlformats.org/drawingml/2006/main">
              <a:ext uri="{FF2B5EF4-FFF2-40B4-BE49-F238E27FC236}">
                <a16:creationId xmlns:a16="http://schemas.microsoft.com/office/drawing/2014/main" id="{478E0CAA-139A-4F79-48FF-4621C46E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28801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un card 2 symbol">
            <a:extLst xmlns:a="http://schemas.openxmlformats.org/drawingml/2006/main">
              <a:ext uri="{FF2B5EF4-FFF2-40B4-BE49-F238E27FC236}">
                <a16:creationId xmlns:a16="http://schemas.microsoft.com/office/drawing/2014/main" id="{07743AD2-B7BA-44FA-45C9-54F4AB3A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1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R₁</a:t>
            </a:r>
          </a:p>
        </p:txBody>
      </p:sp>
      <p:sp>
        <p:nvSpPr>
          <p:cNvPr id="35" name="Run card 2 type">
            <a:extLst xmlns:a="http://schemas.openxmlformats.org/drawingml/2006/main">
              <a:ext uri="{FF2B5EF4-FFF2-40B4-BE49-F238E27FC236}">
                <a16:creationId xmlns:a16="http://schemas.microsoft.com/office/drawing/2014/main" id="{944F03B8-C0BB-6D4D-8402-F45F3C56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1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REASON</a:t>
            </a:r>
          </a:p>
        </p:txBody>
      </p:sp>
      <p:sp>
        <p:nvSpPr>
          <p:cNvPr id="36" name="Run card 2 body">
            <a:extLst xmlns:a="http://schemas.openxmlformats.org/drawingml/2006/main">
              <a:ext uri="{FF2B5EF4-FFF2-40B4-BE49-F238E27FC236}">
                <a16:creationId xmlns:a16="http://schemas.microsoft.com/office/drawing/2014/main" id="{0BF08D0C-B1DA-9734-F298-04F932A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1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Lieferstatusüberprüfung benötigt Bestellnummer</a:t>
            </a:r>
          </a:p>
        </p:txBody>
      </p:sp>
      <p:sp>
        <p:nvSpPr>
          <p:cNvPr id="37" name="Run card 3">
            <a:extLst xmlns:a="http://schemas.openxmlformats.org/drawingml/2006/main">
              <a:ext uri="{FF2B5EF4-FFF2-40B4-BE49-F238E27FC236}">
                <a16:creationId xmlns:a16="http://schemas.microsoft.com/office/drawing/2014/main" id="{C000EA81-07EF-A204-5694-556A7F25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1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un card 3 symbol">
            <a:extLst xmlns:a="http://schemas.openxmlformats.org/drawingml/2006/main">
              <a:ext uri="{FF2B5EF4-FFF2-40B4-BE49-F238E27FC236}">
                <a16:creationId xmlns:a16="http://schemas.microsoft.com/office/drawing/2014/main" id="{D219ABC1-BBBB-B5BB-CF11-ACD495D5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1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A₁</a:t>
            </a:r>
          </a:p>
        </p:txBody>
      </p:sp>
      <p:sp>
        <p:nvSpPr>
          <p:cNvPr id="39" name="Run card 3 type">
            <a:extLst xmlns:a="http://schemas.openxmlformats.org/drawingml/2006/main">
              <a:ext uri="{FF2B5EF4-FFF2-40B4-BE49-F238E27FC236}">
                <a16:creationId xmlns:a16="http://schemas.microsoft.com/office/drawing/2014/main" id="{82A4F9C3-6FFE-FEBE-9834-A497ED2D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1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ACTION/ ANSWER</a:t>
            </a:r>
          </a:p>
        </p:txBody>
      </p:sp>
      <p:sp>
        <p:nvSpPr>
          <p:cNvPr id="40" name="Run card 3 body">
            <a:extLst xmlns:a="http://schemas.openxmlformats.org/drawingml/2006/main">
              <a:ext uri="{FF2B5EF4-FFF2-40B4-BE49-F238E27FC236}">
                <a16:creationId xmlns:a16="http://schemas.microsoft.com/office/drawing/2014/main" id="{B8F4DB00-8D37-E0DE-5441-40474E0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1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Bestellnummer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beim Kunden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erfragen</a:t>
            </a:r>
          </a:p>
        </p:txBody>
      </p:sp>
      <p:sp>
        <p:nvSpPr>
          <p:cNvPr id="41" name="Run card 4">
            <a:extLst xmlns:a="http://schemas.openxmlformats.org/drawingml/2006/main">
              <a:ext uri="{FF2B5EF4-FFF2-40B4-BE49-F238E27FC236}">
                <a16:creationId xmlns:a16="http://schemas.microsoft.com/office/drawing/2014/main" id="{11ADA842-C0FC-E3CE-7A61-B44B0B6D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28801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4D7DE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Run card 4 symbol">
            <a:extLst xmlns:a="http://schemas.openxmlformats.org/drawingml/2006/main">
              <a:ext uri="{FF2B5EF4-FFF2-40B4-BE49-F238E27FC236}">
                <a16:creationId xmlns:a16="http://schemas.microsoft.com/office/drawing/2014/main" id="{85405B9C-9D23-EF16-311D-55288DAB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1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O₂</a:t>
            </a:r>
          </a:p>
        </p:txBody>
      </p:sp>
      <p:sp>
        <p:nvSpPr>
          <p:cNvPr id="43" name="Run card 4 type">
            <a:extLst xmlns:a="http://schemas.openxmlformats.org/drawingml/2006/main">
              <a:ext uri="{FF2B5EF4-FFF2-40B4-BE49-F238E27FC236}">
                <a16:creationId xmlns:a16="http://schemas.microsoft.com/office/drawing/2014/main" id="{0FD69682-8A71-2927-0B79-EDFCB483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1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NEUE</a:t>
            </a:r>
          </a:p>
          <a:p xmlns:a="http://schemas.openxmlformats.org/drawingml/2006/main"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OBSERVATION</a:t>
            </a:r>
          </a:p>
        </p:txBody>
      </p:sp>
      <p:sp>
        <p:nvSpPr>
          <p:cNvPr id="44" name="Run card 4 body">
            <a:extLst xmlns:a="http://schemas.openxmlformats.org/drawingml/2006/main">
              <a:ext uri="{FF2B5EF4-FFF2-40B4-BE49-F238E27FC236}">
                <a16:creationId xmlns:a16="http://schemas.microsoft.com/office/drawing/2014/main" id="{78C96DD8-F7DD-4510-2AC6-44D7A6AA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1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Antwort mit Bestellnummer</a:t>
            </a:r>
          </a:p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4711</a:t>
            </a:r>
          </a:p>
        </p:txBody>
      </p:sp>
      <p:sp>
        <p:nvSpPr>
          <p:cNvPr id="53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8B23F6CB-96DA-10D8-BBD7-A6EA677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F76FFD17-711A-1EC6-2BC5-A30383F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Der nächste Schritt entsteht aus der aktuellen Lage – nicht aus einem vollständigen Vorabplan.</a:t>
            </a:r>
          </a:p>
        </p:txBody>
      </p:sp>
    </p:spTree>
    <p:extLst>
      <p:ext uri="{BB962C8B-B14F-4D97-AF65-F5344CB8AC3E}">
        <p14:creationId xmlns:p14="http://schemas.microsoft.com/office/powerpoint/2010/main" val="19700426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4E01443-C041-BEEF-20A3-E3274C6A85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B7BEEEC-A170-5376-2B6E-CB54687B0CB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1D3A1DE-E598-DBBA-D938-882C315A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 Durchlauf</a:t>
            </a:r>
          </a:p>
        </p:txBody>
      </p:sp>
      <p:sp>
        <p:nvSpPr>
          <p:cNvPr id="21" name="Goal label">
            <a:extLst xmlns:a="http://schemas.openxmlformats.org/drawingml/2006/main">
              <a:ext uri="{FF2B5EF4-FFF2-40B4-BE49-F238E27FC236}">
                <a16:creationId xmlns:a16="http://schemas.microsoft.com/office/drawing/2014/main" id="{939CC5D4-FB6A-8D22-EE9D-8491F585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Goal label text">
            <a:extLst xmlns:a="http://schemas.openxmlformats.org/drawingml/2006/main">
              <a:ext uri="{FF2B5EF4-FFF2-40B4-BE49-F238E27FC236}">
                <a16:creationId xmlns:a16="http://schemas.microsoft.com/office/drawing/2014/main" id="{E1816C2A-E289-6693-5BE8-EA12F703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43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ZIEL</a:t>
            </a:r>
          </a:p>
        </p:txBody>
      </p:sp>
      <p:sp>
        <p:nvSpPr>
          <p:cNvPr id="23" name="Run goal">
            <a:extLst xmlns:a="http://schemas.openxmlformats.org/drawingml/2006/main">
              <a:ext uri="{FF2B5EF4-FFF2-40B4-BE49-F238E27FC236}">
                <a16:creationId xmlns:a16="http://schemas.microsoft.com/office/drawing/2014/main" id="{F578B2A2-FBF7-C02F-4817-60444351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66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Kundenanfrage mit aktuellem Lieferstatus beantworten</a:t>
            </a:r>
          </a:p>
        </p:txBody>
      </p:sp>
      <p:sp>
        <p:nvSpPr>
          <p:cNvPr id="53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24A74D4B-2F2B-D88C-FF60-1F015EE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A57FDBBE-5D7D-D36A-0779-577FC241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Der nächste Schritt entsteht aus der aktuellen Lage – nicht aus einem vollständigen Vorabplan.</a:t>
            </a:r>
          </a:p>
        </p:txBody>
      </p:sp>
      <p:sp>
        <p:nvSpPr>
          <p:cNvPr id="3" name="Run connector 5">
            <a:extLst xmlns:a="http://schemas.openxmlformats.org/drawingml/2006/main">
              <a:ext uri="{FF2B5EF4-FFF2-40B4-BE49-F238E27FC236}">
                <a16:creationId xmlns:a16="http://schemas.microsoft.com/office/drawing/2014/main" id="{1AD56F1E-DC9C-D316-2B62-112473C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165" y="3404234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un card 5">
            <a:extLst xmlns:a="http://schemas.openxmlformats.org/drawingml/2006/main">
              <a:ext uri="{FF2B5EF4-FFF2-40B4-BE49-F238E27FC236}">
                <a16:creationId xmlns:a16="http://schemas.microsoft.com/office/drawing/2014/main" id="{410F0326-497D-F53F-82A0-5DD33EB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7859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un card 5 symbol">
            <a:extLst xmlns:a="http://schemas.openxmlformats.org/drawingml/2006/main">
              <a:ext uri="{FF2B5EF4-FFF2-40B4-BE49-F238E27FC236}">
                <a16:creationId xmlns:a16="http://schemas.microsoft.com/office/drawing/2014/main" id="{93BB39D2-2D72-45B7-BBD4-C04CDCB3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18359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R₂</a:t>
            </a:r>
          </a:p>
        </p:txBody>
      </p:sp>
      <p:sp>
        <p:nvSpPr>
          <p:cNvPr id="9" name="Run card 5 type">
            <a:extLst xmlns:a="http://schemas.openxmlformats.org/drawingml/2006/main">
              <a:ext uri="{FF2B5EF4-FFF2-40B4-BE49-F238E27FC236}">
                <a16:creationId xmlns:a16="http://schemas.microsoft.com/office/drawing/2014/main" id="{010A99FC-7ABA-4CC9-6DD7-3A0C884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70809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REASON</a:t>
            </a:r>
          </a:p>
        </p:txBody>
      </p:sp>
      <p:sp>
        <p:nvSpPr>
          <p:cNvPr id="11" name="Run card 5 body">
            <a:extLst xmlns:a="http://schemas.openxmlformats.org/drawingml/2006/main">
              <a:ext uri="{FF2B5EF4-FFF2-40B4-BE49-F238E27FC236}">
                <a16:creationId xmlns:a16="http://schemas.microsoft.com/office/drawing/2014/main" id="{26C82F14-B099-0640-0021-B154C24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32859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Lieferstatus im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System für 4711 prüfen</a:t>
            </a:r>
          </a:p>
        </p:txBody>
      </p:sp>
      <p:sp>
        <p:nvSpPr>
          <p:cNvPr id="13" name="Run card 6">
            <a:extLst xmlns:a="http://schemas.openxmlformats.org/drawingml/2006/main">
              <a:ext uri="{FF2B5EF4-FFF2-40B4-BE49-F238E27FC236}">
                <a16:creationId xmlns:a16="http://schemas.microsoft.com/office/drawing/2014/main" id="{FD22019F-4E1F-3AF5-E294-2DFEEEAF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765" y="1927859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un card 6 symbol">
            <a:extLst xmlns:a="http://schemas.openxmlformats.org/drawingml/2006/main">
              <a:ext uri="{FF2B5EF4-FFF2-40B4-BE49-F238E27FC236}">
                <a16:creationId xmlns:a16="http://schemas.microsoft.com/office/drawing/2014/main" id="{13698538-2A7D-79F8-2E11-33254089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215" y="2118359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A₂</a:t>
            </a:r>
          </a:p>
        </p:txBody>
      </p:sp>
      <p:sp>
        <p:nvSpPr>
          <p:cNvPr id="17" name="Run card 6 type">
            <a:extLst xmlns:a="http://schemas.openxmlformats.org/drawingml/2006/main">
              <a:ext uri="{FF2B5EF4-FFF2-40B4-BE49-F238E27FC236}">
                <a16:creationId xmlns:a16="http://schemas.microsoft.com/office/drawing/2014/main" id="{AD280EB8-6AA9-E3ED-746B-C3A04B7B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215" y="2670809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ACTION</a:t>
            </a:r>
          </a:p>
        </p:txBody>
      </p:sp>
      <p:sp>
        <p:nvSpPr>
          <p:cNvPr id="28" name="Run card 6 body">
            <a:extLst xmlns:a="http://schemas.openxmlformats.org/drawingml/2006/main">
              <a:ext uri="{FF2B5EF4-FFF2-40B4-BE49-F238E27FC236}">
                <a16:creationId xmlns:a16="http://schemas.microsoft.com/office/drawing/2014/main" id="{111AEFDD-710F-6D75-68A8-A7DDB5DA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065" y="3832859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tool_call:</a:t>
            </a:r>
            <a:br/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lieferstatus( 4711)</a:t>
            </a:r>
          </a:p>
        </p:txBody>
      </p:sp>
      <p:sp>
        <p:nvSpPr>
          <p:cNvPr id="66" name="Run card 1">
            <a:extLst xmlns:a="http://schemas.openxmlformats.org/drawingml/2006/main">
              <a:ext uri="{FF2B5EF4-FFF2-40B4-BE49-F238E27FC236}">
                <a16:creationId xmlns:a16="http://schemas.microsoft.com/office/drawing/2014/main" id="{49F37197-D325-4570-7F45-C63CCFC0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280" y="1927859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4D7DE"/>
          </a:solidFill>
          <a:ln xmlns:a="http://schemas.openxmlformats.org/drawingml/2006/main" w="0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un card 1 symbol">
            <a:extLst xmlns:a="http://schemas.openxmlformats.org/drawingml/2006/main">
              <a:ext uri="{FF2B5EF4-FFF2-40B4-BE49-F238E27FC236}">
                <a16:creationId xmlns:a16="http://schemas.microsoft.com/office/drawing/2014/main" id="{46E98789-EE68-189D-83FC-42577441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730" y="2118359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O3</a:t>
            </a:r>
          </a:p>
        </p:txBody>
      </p:sp>
      <p:sp>
        <p:nvSpPr>
          <p:cNvPr id="70" name="Run card 1 type">
            <a:extLst xmlns:a="http://schemas.openxmlformats.org/drawingml/2006/main">
              <a:ext uri="{FF2B5EF4-FFF2-40B4-BE49-F238E27FC236}">
                <a16:creationId xmlns:a16="http://schemas.microsoft.com/office/drawing/2014/main" id="{F14C9E01-DB95-F9B7-5684-152A9E5B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730" y="2670809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OBSERVATION</a:t>
            </a:r>
          </a:p>
        </p:txBody>
      </p:sp>
      <p:sp>
        <p:nvSpPr>
          <p:cNvPr id="72" name="Run card 1 body">
            <a:extLst xmlns:a="http://schemas.openxmlformats.org/drawingml/2006/main">
              <a:ext uri="{FF2B5EF4-FFF2-40B4-BE49-F238E27FC236}">
                <a16:creationId xmlns:a16="http://schemas.microsoft.com/office/drawing/2014/main" id="{C4AA5B00-A8CA-9DE6-CB57-816D900E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80" y="3832859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Systemantwort zum Lieferstatus</a:t>
            </a:r>
          </a:p>
        </p:txBody>
      </p:sp>
      <p:sp>
        <p:nvSpPr>
          <p:cNvPr id="74" name="Run card 5">
            <a:extLst xmlns:a="http://schemas.openxmlformats.org/drawingml/2006/main">
              <a:ext uri="{FF2B5EF4-FFF2-40B4-BE49-F238E27FC236}">
                <a16:creationId xmlns:a16="http://schemas.microsoft.com/office/drawing/2014/main" id="{4C860496-1F28-9DC6-0AA0-179BBA66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295" y="1927859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Run card 5 symbol">
            <a:extLst xmlns:a="http://schemas.openxmlformats.org/drawingml/2006/main">
              <a:ext uri="{FF2B5EF4-FFF2-40B4-BE49-F238E27FC236}">
                <a16:creationId xmlns:a16="http://schemas.microsoft.com/office/drawing/2014/main" id="{C31E9A86-876C-41BA-F178-B9D580DB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745" y="2118359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R3</a:t>
            </a:r>
          </a:p>
        </p:txBody>
      </p:sp>
      <p:sp>
        <p:nvSpPr>
          <p:cNvPr id="78" name="Run card 5 type">
            <a:extLst xmlns:a="http://schemas.openxmlformats.org/drawingml/2006/main">
              <a:ext uri="{FF2B5EF4-FFF2-40B4-BE49-F238E27FC236}">
                <a16:creationId xmlns:a16="http://schemas.microsoft.com/office/drawing/2014/main" id="{B7EDB9B4-2C38-7F46-17F8-4248CDC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745" y="2670809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REASON</a:t>
            </a:r>
          </a:p>
        </p:txBody>
      </p:sp>
      <p:sp>
        <p:nvSpPr>
          <p:cNvPr id="80" name="Run card 5 body">
            <a:extLst xmlns:a="http://schemas.openxmlformats.org/drawingml/2006/main">
              <a:ext uri="{FF2B5EF4-FFF2-40B4-BE49-F238E27FC236}">
                <a16:creationId xmlns:a16="http://schemas.microsoft.com/office/drawing/2014/main" id="{7822A08E-FD95-5127-D4BF-EDB99AEB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95" y="3832859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Alle Informationen liegen vor und Antwort kann ausgegeben werden</a:t>
            </a:r>
          </a:p>
        </p:txBody>
      </p:sp>
      <p:sp>
        <p:nvSpPr>
          <p:cNvPr id="86" name="Run connector 2">
            <a:extLst xmlns:a="http://schemas.openxmlformats.org/drawingml/2006/main">
              <a:ext uri="{FF2B5EF4-FFF2-40B4-BE49-F238E27FC236}">
                <a16:creationId xmlns:a16="http://schemas.microsoft.com/office/drawing/2014/main" id="{05B94AAE-492A-74CD-1D86-41968D28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033" y="3404234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Run card 3">
            <a:extLst xmlns:a="http://schemas.openxmlformats.org/drawingml/2006/main">
              <a:ext uri="{FF2B5EF4-FFF2-40B4-BE49-F238E27FC236}">
                <a16:creationId xmlns:a16="http://schemas.microsoft.com/office/drawing/2014/main" id="{94484BFE-4043-3B35-3B67-985656BB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895" y="1927859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Run card 3 symbol">
            <a:extLst xmlns:a="http://schemas.openxmlformats.org/drawingml/2006/main">
              <a:ext uri="{FF2B5EF4-FFF2-40B4-BE49-F238E27FC236}">
                <a16:creationId xmlns:a16="http://schemas.microsoft.com/office/drawing/2014/main" id="{33B8A75A-109F-31A8-77CA-F7727F3F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345" y="2118359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  <a:endParaRPr sz="1800" b="1">
              <a:solidFill>
                <a:srgbClr val="FFFFFF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2" name="Run card 3 type">
            <a:extLst xmlns:a="http://schemas.openxmlformats.org/drawingml/2006/main">
              <a:ext uri="{FF2B5EF4-FFF2-40B4-BE49-F238E27FC236}">
                <a16:creationId xmlns:a16="http://schemas.microsoft.com/office/drawing/2014/main" id="{7CA049A3-87E4-3E17-CB12-5DE33338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345" y="2670809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ANSWER</a:t>
            </a:r>
          </a:p>
        </p:txBody>
      </p:sp>
      <p:sp>
        <p:nvSpPr>
          <p:cNvPr id="94" name="Run card 3 body">
            <a:extLst xmlns:a="http://schemas.openxmlformats.org/drawingml/2006/main">
              <a:ext uri="{FF2B5EF4-FFF2-40B4-BE49-F238E27FC236}">
                <a16:creationId xmlns:a16="http://schemas.microsoft.com/office/drawing/2014/main" id="{19C81318-F1E6-31B5-F116-64991A3B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95" y="3832859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„Vielen Dank. Ich habe den Status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geprüft.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“</a:t>
            </a:r>
          </a:p>
        </p:txBody>
      </p:sp>
      <p:sp>
        <p:nvSpPr>
          <p:cNvPr id="96" name="Run connector 2">
            <a:extLst xmlns:a="http://schemas.openxmlformats.org/drawingml/2006/main">
              <a:ext uri="{FF2B5EF4-FFF2-40B4-BE49-F238E27FC236}">
                <a16:creationId xmlns:a16="http://schemas.microsoft.com/office/drawing/2014/main" id="{3F8CDEB3-A0AA-08E1-3657-BA2E7075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165" y="3404234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Run connector 2">
            <a:extLst xmlns:a="http://schemas.openxmlformats.org/drawingml/2006/main">
              <a:ext uri="{FF2B5EF4-FFF2-40B4-BE49-F238E27FC236}">
                <a16:creationId xmlns:a16="http://schemas.microsoft.com/office/drawing/2014/main" id="{5E48B896-1E8E-AD9E-674D-65FE2426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503" y="34194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40076024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0394428-F1DC-E5F6-DB0C-7DE31F3D8A2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45C2F9-D60C-44EB-B851-13068716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6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Unterschiede werden an der Entscheidung sichtbar</a:t>
            </a:r>
          </a:p>
        </p:txBody>
      </p:sp>
      <p:graphicFrame>
        <p:nvGraphicFramePr>
          <p:cNvPr id="27" name="Tabelle 25"/>
          <p:cNvGraphicFramePr/>
          <p:nvPr/>
        </p:nvGraphicFramePr>
        <p:xfrm>
          <a:off xmlns:a="http://schemas.openxmlformats.org/drawingml/2006/main" x="838200" y="1352550"/>
          <a:ext xmlns:a="http://schemas.openxmlformats.org/drawingml/2006/main" cx="105156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2705100"/>
              </a:tblGrid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Ebene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Kernentscheidung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Zustand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Tool-Nutzung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Sprachmodell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Nächster Token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Vorherige Token (innerhalb einer Session)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Keine Ausführung – generiert höchstens einen Tool-Aufruf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Skript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Vorab im Code festgesetzt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Variablen / Datenbank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Fest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verdrahtet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(Regeln)</a:t>
                      </a:r>
                      <a:endParaRPr sz="1050">
                        <a:solidFill>
                          <a:srgbClr val="111111"/>
                        </a:solidFill>
                        <a:latin typeface="Avenir Next"/>
                        <a:ea typeface="Avenir Next"/>
                        <a:cs typeface="Avenir Next"/>
                      </a:endParaRP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Agent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Nächster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Schritt (Tool,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Abbruch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, etc.)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Arbeitsverlauf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/ Session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Wählt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zur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Laufzeit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aus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freigegebenen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Tools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Infrastruktur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Definiert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was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erlaubt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und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ausführbar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ist</a:t>
                      </a:r>
                      <a:endParaRPr sz="1050">
                        <a:solidFill>
                          <a:srgbClr val="111111"/>
                        </a:solidFill>
                        <a:latin typeface="Avenir Next"/>
                        <a:ea typeface="Avenir Next"/>
                        <a:cs typeface="Avenir Next"/>
                      </a:endParaRP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Verwaltet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und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kommuniziert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Zustand</a:t>
                      </a:r>
                      <a:endParaRPr sz="1050">
                        <a:solidFill>
                          <a:srgbClr val="111111"/>
                        </a:solidFill>
                        <a:latin typeface="Avenir Next"/>
                        <a:ea typeface="Avenir Next"/>
                        <a:cs typeface="Avenir Next"/>
                      </a:endParaRP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Stellt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Tools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bereit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,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validiert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und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führt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Aufrufe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aus</a:t>
                      </a:r>
                      <a:endParaRPr sz="1050">
                        <a:solidFill>
                          <a:srgbClr val="111111"/>
                        </a:solidFill>
                        <a:latin typeface="Avenir Next"/>
                        <a:ea typeface="Avenir Next"/>
                        <a:cs typeface="Avenir Next"/>
                      </a:endParaRP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22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7F4EB78D-53D0-4296-8780-57EE521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BCC00DB7-2895-4F0E-AE26-72AAA7BD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Je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später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und dynamischer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entschieden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wird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desto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agentischer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– und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desto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wichtiger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 die 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Infrastruktur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E8A510B-91D0-9FDB-CA1F-863667A31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A58DA2A-B818-18A9-29C1-B697728D5BC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44DB05C-2065-5C44-8AD5-E2BDC2EF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Dynamische Entscheidungen des LLMs geben viel Freiraum</a:t>
            </a:r>
            <a:endParaRPr sz="240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45" name="Grafik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33906fc144418"/>
          <a:stretch xmlns:a="http://schemas.openxmlformats.org/drawingml/2006/main"/>
        </p:blipFill>
        <p:spPr>
          <a:xfrm xmlns:a="http://schemas.openxmlformats.org/drawingml/2006/main">
            <a:off x="1047750" y="1428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Responsibilities heading">
            <a:extLst xmlns:a="http://schemas.openxmlformats.org/drawingml/2006/main">
              <a:ext uri="{FF2B5EF4-FFF2-40B4-BE49-F238E27FC236}">
                <a16:creationId xmlns:a16="http://schemas.microsoft.com/office/drawing/2014/main" id="{64A465A1-9540-90ED-AA0A-BE9757D9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der </a:t>
            </a: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technische</a:t>
            </a: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Rahmen </a:t>
            </a: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übernimmt</a:t>
            </a: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6" name="Responsibility accent 1">
            <a:extLst xmlns:a="http://schemas.openxmlformats.org/drawingml/2006/main">
              <a:ext uri="{FF2B5EF4-FFF2-40B4-BE49-F238E27FC236}">
                <a16:creationId xmlns:a16="http://schemas.microsoft.com/office/drawing/2014/main" id="{857A840E-30E9-CCA2-8DCA-A89A170B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sponsibility 1 heading">
            <a:extLst xmlns:a="http://schemas.openxmlformats.org/drawingml/2006/main">
              <a:ext uri="{FF2B5EF4-FFF2-40B4-BE49-F238E27FC236}">
                <a16:creationId xmlns:a16="http://schemas.microsoft.com/office/drawing/2014/main" id="{256A3B42-7B43-2942-A3E5-72C09CC9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47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Zustand</a:t>
            </a:r>
          </a:p>
        </p:txBody>
      </p:sp>
      <p:sp>
        <p:nvSpPr>
          <p:cNvPr id="28" name="Responsibility 1 detail">
            <a:extLst xmlns:a="http://schemas.openxmlformats.org/drawingml/2006/main">
              <a:ext uri="{FF2B5EF4-FFF2-40B4-BE49-F238E27FC236}">
                <a16:creationId xmlns:a16="http://schemas.microsoft.com/office/drawing/2014/main" id="{5D235EBA-E79E-6311-3C90-B0338C2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Nachrichtenverlauf, Tool-Ergebnisse, Checkpoints</a:t>
            </a:r>
          </a:p>
        </p:txBody>
      </p:sp>
      <p:sp>
        <p:nvSpPr>
          <p:cNvPr id="29" name="Responsibility divider 1">
            <a:extLst xmlns:a="http://schemas.openxmlformats.org/drawingml/2006/main">
              <a:ext uri="{FF2B5EF4-FFF2-40B4-BE49-F238E27FC236}">
                <a16:creationId xmlns:a16="http://schemas.microsoft.com/office/drawing/2014/main" id="{C786D079-8847-9260-8CA2-C19DB8C0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sponsibility accent 2">
            <a:extLst xmlns:a="http://schemas.openxmlformats.org/drawingml/2006/main">
              <a:ext uri="{FF2B5EF4-FFF2-40B4-BE49-F238E27FC236}">
                <a16:creationId xmlns:a16="http://schemas.microsoft.com/office/drawing/2014/main" id="{68CB54C1-2862-ACA0-FAD0-17BC7A47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sponsibility 2 heading">
            <a:extLst xmlns:a="http://schemas.openxmlformats.org/drawingml/2006/main">
              <a:ext uri="{FF2B5EF4-FFF2-40B4-BE49-F238E27FC236}">
                <a16:creationId xmlns:a16="http://schemas.microsoft.com/office/drawing/2014/main" id="{2DA7E300-4EB9-CA72-7DBE-67628546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574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Ausführung</a:t>
            </a:r>
          </a:p>
        </p:txBody>
      </p:sp>
      <p:sp>
        <p:nvSpPr>
          <p:cNvPr id="32" name="Responsibility 2 detail">
            <a:extLst xmlns:a="http://schemas.openxmlformats.org/drawingml/2006/main">
              <a:ext uri="{FF2B5EF4-FFF2-40B4-BE49-F238E27FC236}">
                <a16:creationId xmlns:a16="http://schemas.microsoft.com/office/drawing/2014/main" id="{EE67FBE7-5926-D291-BD27-5EFE3025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241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Tool Registry, HTTP-Client, Timeouts, Retries</a:t>
            </a:r>
          </a:p>
        </p:txBody>
      </p:sp>
      <p:sp>
        <p:nvSpPr>
          <p:cNvPr id="33" name="Responsibility divider 2">
            <a:extLst xmlns:a="http://schemas.openxmlformats.org/drawingml/2006/main">
              <a:ext uri="{FF2B5EF4-FFF2-40B4-BE49-F238E27FC236}">
                <a16:creationId xmlns:a16="http://schemas.microsoft.com/office/drawing/2014/main" id="{00A5DBFF-7CDE-F0C1-4757-AA19EF39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sponsibility accent 3">
            <a:extLst xmlns:a="http://schemas.openxmlformats.org/drawingml/2006/main">
              <a:ext uri="{FF2B5EF4-FFF2-40B4-BE49-F238E27FC236}">
                <a16:creationId xmlns:a16="http://schemas.microsoft.com/office/drawing/2014/main" id="{0EA8C2A9-F29D-E490-66DD-D03CD6E3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sponsibility 3 heading">
            <a:extLst xmlns:a="http://schemas.openxmlformats.org/drawingml/2006/main">
              <a:ext uri="{FF2B5EF4-FFF2-40B4-BE49-F238E27FC236}">
                <a16:creationId xmlns:a16="http://schemas.microsoft.com/office/drawing/2014/main" id="{A2901952-4718-388B-2963-F1E97545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Sicherheit</a:t>
            </a:r>
          </a:p>
        </p:txBody>
      </p:sp>
      <p:sp>
        <p:nvSpPr>
          <p:cNvPr id="36" name="Responsibility 3 detail">
            <a:extLst xmlns:a="http://schemas.openxmlformats.org/drawingml/2006/main">
              <a:ext uri="{FF2B5EF4-FFF2-40B4-BE49-F238E27FC236}">
                <a16:creationId xmlns:a16="http://schemas.microsoft.com/office/drawing/2014/main" id="{85579BB1-65D6-B530-8986-39F7A135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Berechtigungen, Secrets, Freigaben, Limits</a:t>
            </a:r>
          </a:p>
        </p:txBody>
      </p:sp>
      <p:sp>
        <p:nvSpPr>
          <p:cNvPr id="37" name="Responsibility divider 3">
            <a:extLst xmlns:a="http://schemas.openxmlformats.org/drawingml/2006/main">
              <a:ext uri="{FF2B5EF4-FFF2-40B4-BE49-F238E27FC236}">
                <a16:creationId xmlns:a16="http://schemas.microsoft.com/office/drawing/2014/main" id="{0FD29FCF-3CAD-33B2-FC26-FDE20D10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sponsibility accent 4">
            <a:extLst xmlns:a="http://schemas.openxmlformats.org/drawingml/2006/main">
              <a:ext uri="{FF2B5EF4-FFF2-40B4-BE49-F238E27FC236}">
                <a16:creationId xmlns:a16="http://schemas.microsoft.com/office/drawing/2014/main" id="{84B2DEED-BD4E-3E53-556D-5F7B8B7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sponsibility 4 heading">
            <a:extLst xmlns:a="http://schemas.openxmlformats.org/drawingml/2006/main">
              <a:ext uri="{FF2B5EF4-FFF2-40B4-BE49-F238E27FC236}">
                <a16:creationId xmlns:a16="http://schemas.microsoft.com/office/drawing/2014/main" id="{A84A8C00-0C3B-A453-4FF5-183E2F2E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Beobachtbarkeit</a:t>
            </a:r>
          </a:p>
        </p:txBody>
      </p:sp>
      <p:sp>
        <p:nvSpPr>
          <p:cNvPr id="40" name="Responsibility 4 detail">
            <a:extLst xmlns:a="http://schemas.openxmlformats.org/drawingml/2006/main">
              <a:ext uri="{FF2B5EF4-FFF2-40B4-BE49-F238E27FC236}">
                <a16:creationId xmlns:a16="http://schemas.microsoft.com/office/drawing/2014/main" id="{7EBC5101-9473-6316-A140-09FEB6AF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434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Traces, Logs, Kosten, Fehler, Evaluation</a:t>
            </a:r>
          </a:p>
        </p:txBody>
      </p:sp>
      <p:sp>
        <p:nvSpPr>
          <p:cNvPr id="2" name="Rechteck 1">
            <a:extLst xmlns:a="http://schemas.openxmlformats.org/drawingml/2006/main">
              <a:ext uri="{FF2B5EF4-FFF2-40B4-BE49-F238E27FC236}">
                <a16:creationId xmlns:a16="http://schemas.microsoft.com/office/drawing/2014/main" id="{F65FE757-F691-67D5-AAA6-AE896C7F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" y="1836419"/>
            <a:ext cx="5509260" cy="14935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>
              <a:alpha val="71765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EE7752BF-8FBC-72A5-70AE-0B54595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" y="4000499"/>
            <a:ext cx="5509260" cy="1419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>
              <a:alpha val="71765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4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f61af6338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6593" y="1395412"/>
            <a:ext cx="5930900" cy="4448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35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DB16885-0D3F-A391-B669-3211DB3B26E8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D1B326C-EC02-4E86-8D62-57824EC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7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1: Den bekannten Login-Lauf in ReAct übertragen</a:t>
            </a:r>
          </a:p>
        </p:txBody>
      </p:sp>
      <p:sp>
        <p:nvSpPr>
          <p:cNvPr id="21" name="Goal panel">
            <a:extLst xmlns:a="http://schemas.openxmlformats.org/drawingml/2006/main">
              <a:ext uri="{FF2B5EF4-FFF2-40B4-BE49-F238E27FC236}">
                <a16:creationId xmlns:a16="http://schemas.microsoft.com/office/drawing/2014/main" id="{C5548A40-371F-4044-9255-09EB1F5D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3143250" cy="3905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Goal eyebrow">
            <a:extLst xmlns:a="http://schemas.openxmlformats.org/drawingml/2006/main">
              <a:ext uri="{FF2B5EF4-FFF2-40B4-BE49-F238E27FC236}">
                <a16:creationId xmlns:a16="http://schemas.microsoft.com/office/drawing/2014/main" id="{5C7512B2-8151-4F60-8006-B998F9F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66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AUFGABE 1</a:t>
            </a:r>
          </a:p>
        </p:txBody>
      </p:sp>
      <p:sp>
        <p:nvSpPr>
          <p:cNvPr id="23" name="Goal title">
            <a:extLst xmlns:a="http://schemas.openxmlformats.org/drawingml/2006/main">
              <a:ext uri="{FF2B5EF4-FFF2-40B4-BE49-F238E27FC236}">
                <a16:creationId xmlns:a16="http://schemas.microsoft.com/office/drawing/2014/main" id="{16D14579-2F75-4B73-919F-37B0F2C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Login Admin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übertragen</a:t>
            </a:r>
          </a:p>
        </p:txBody>
      </p:sp>
      <p:sp>
        <p:nvSpPr>
          <p:cNvPr id="24" name="Goal body">
            <a:extLst xmlns:a="http://schemas.openxmlformats.org/drawingml/2006/main">
              <a:ext uri="{FF2B5EF4-FFF2-40B4-BE49-F238E27FC236}">
                <a16:creationId xmlns:a16="http://schemas.microsoft.com/office/drawing/2014/main" id="{3485889C-0C11-4802-99B1-D3D3589D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Ordnet Query, Reason,</a:t>
            </a:r>
          </a:p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Action, Tool, Observation</a:t>
            </a:r>
          </a:p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und Answer im bekannten</a:t>
            </a:r>
          </a:p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Ablauf zu.</a:t>
            </a:r>
          </a:p>
        </p:txBody>
      </p:sp>
      <p:sp>
        <p:nvSpPr>
          <p:cNvPr id="25" name="Loop number 1">
            <a:extLst xmlns:a="http://schemas.openxmlformats.org/drawingml/2006/main">
              <a:ext uri="{FF2B5EF4-FFF2-40B4-BE49-F238E27FC236}">
                <a16:creationId xmlns:a16="http://schemas.microsoft.com/office/drawing/2014/main" id="{142E13AA-D279-4C7A-B916-D3E80EC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6" name="Loop heading 1">
            <a:extLst xmlns:a="http://schemas.openxmlformats.org/drawingml/2006/main">
              <a:ext uri="{FF2B5EF4-FFF2-40B4-BE49-F238E27FC236}">
                <a16:creationId xmlns:a16="http://schemas.microsoft.com/office/drawing/2014/main" id="{CE86B96B-0FCB-410B-8A71-CDF6AB6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668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Startzustand festhalten</a:t>
            </a:r>
          </a:p>
        </p:txBody>
      </p:sp>
      <p:sp>
        <p:nvSpPr>
          <p:cNvPr id="27" name="Loop detail 1">
            <a:extLst xmlns:a="http://schemas.openxmlformats.org/drawingml/2006/main">
              <a:ext uri="{FF2B5EF4-FFF2-40B4-BE49-F238E27FC236}">
                <a16:creationId xmlns:a16="http://schemas.microsoft.com/office/drawing/2014/main" id="{78047B93-72A0-43DD-9F5B-C345E719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383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Zielanfrage</a:t>
            </a:r>
          </a:p>
        </p:txBody>
      </p:sp>
      <p:sp>
        <p:nvSpPr>
          <p:cNvPr id="28" name="Loop divider 1">
            <a:extLst xmlns:a="http://schemas.openxmlformats.org/drawingml/2006/main">
              <a:ext uri="{FF2B5EF4-FFF2-40B4-BE49-F238E27FC236}">
                <a16:creationId xmlns:a16="http://schemas.microsoft.com/office/drawing/2014/main" id="{211DED74-88A8-4256-82A5-9B98B0C9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Loop number 2">
            <a:extLst xmlns:a="http://schemas.openxmlformats.org/drawingml/2006/main">
              <a:ext uri="{FF2B5EF4-FFF2-40B4-BE49-F238E27FC236}">
                <a16:creationId xmlns:a16="http://schemas.microsoft.com/office/drawing/2014/main" id="{C50F0F7A-987B-4610-8AF4-400A9F66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0" name="Loop heading 2">
            <a:extLst xmlns:a="http://schemas.openxmlformats.org/drawingml/2006/main">
              <a:ext uri="{FF2B5EF4-FFF2-40B4-BE49-F238E27FC236}">
                <a16:creationId xmlns:a16="http://schemas.microsoft.com/office/drawing/2014/main" id="{37495DF7-7C83-4038-85DB-F4667B01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Ersten Versuch beschreiben</a:t>
            </a:r>
          </a:p>
        </p:txBody>
      </p:sp>
      <p:sp>
        <p:nvSpPr>
          <p:cNvPr id="31" name="Loop detail 2">
            <a:extLst xmlns:a="http://schemas.openxmlformats.org/drawingml/2006/main">
              <a:ext uri="{FF2B5EF4-FFF2-40B4-BE49-F238E27FC236}">
                <a16:creationId xmlns:a16="http://schemas.microsoft.com/office/drawing/2014/main" id="{EC807403-0608-4B7E-8840-93B8B12A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717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Reason und Action</a:t>
            </a:r>
          </a:p>
        </p:txBody>
      </p:sp>
      <p:sp>
        <p:nvSpPr>
          <p:cNvPr id="32" name="Loop divider 2">
            <a:extLst xmlns:a="http://schemas.openxmlformats.org/drawingml/2006/main">
              <a:ext uri="{FF2B5EF4-FFF2-40B4-BE49-F238E27FC236}">
                <a16:creationId xmlns:a16="http://schemas.microsoft.com/office/drawing/2014/main" id="{D41110F2-0995-4E31-A276-78140D52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Loop number 3">
            <a:extLst xmlns:a="http://schemas.openxmlformats.org/drawingml/2006/main">
              <a:ext uri="{FF2B5EF4-FFF2-40B4-BE49-F238E27FC236}">
                <a16:creationId xmlns:a16="http://schemas.microsoft.com/office/drawing/2014/main" id="{1F027802-E1C4-43A8-89EF-DA4C164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4" name="Loop heading 3">
            <a:extLst xmlns:a="http://schemas.openxmlformats.org/drawingml/2006/main">
              <a:ext uri="{FF2B5EF4-FFF2-40B4-BE49-F238E27FC236}">
                <a16:creationId xmlns:a16="http://schemas.microsoft.com/office/drawing/2014/main" id="{85581B38-4B2D-42CF-8A68-AE8A7BAD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Hypothese und neue Aktion formulieren</a:t>
            </a:r>
          </a:p>
        </p:txBody>
      </p:sp>
      <p:sp>
        <p:nvSpPr>
          <p:cNvPr id="35" name="Loop detail 3">
            <a:extLst xmlns:a="http://schemas.openxmlformats.org/drawingml/2006/main">
              <a:ext uri="{FF2B5EF4-FFF2-40B4-BE49-F238E27FC236}">
                <a16:creationId xmlns:a16="http://schemas.microsoft.com/office/drawing/2014/main" id="{5AB587B8-D15C-40CE-B7CB-1C1E1FF5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052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Observation, Reason und erneute Action</a:t>
            </a:r>
          </a:p>
        </p:txBody>
      </p:sp>
      <p:sp>
        <p:nvSpPr>
          <p:cNvPr id="36" name="Loop divider 3">
            <a:extLst xmlns:a="http://schemas.openxmlformats.org/drawingml/2006/main">
              <a:ext uri="{FF2B5EF4-FFF2-40B4-BE49-F238E27FC236}">
                <a16:creationId xmlns:a16="http://schemas.microsoft.com/office/drawing/2014/main" id="{414D41E0-6867-4280-BAE0-904890C3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Loop number 4">
            <a:extLst xmlns:a="http://schemas.openxmlformats.org/drawingml/2006/main">
              <a:ext uri="{FF2B5EF4-FFF2-40B4-BE49-F238E27FC236}">
                <a16:creationId xmlns:a16="http://schemas.microsoft.com/office/drawing/2014/main" id="{C8C1FF12-B644-48DA-BBEE-C1EC2A31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243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8" name="Loop heading 4">
            <a:extLst xmlns:a="http://schemas.openxmlformats.org/drawingml/2006/main">
              <a:ext uri="{FF2B5EF4-FFF2-40B4-BE49-F238E27FC236}">
                <a16:creationId xmlns:a16="http://schemas.microsoft.com/office/drawing/2014/main" id="{4E868F72-BC2E-4096-B46D-23CF9E1E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Erfolg festhalten</a:t>
            </a:r>
          </a:p>
        </p:txBody>
      </p:sp>
      <p:sp>
        <p:nvSpPr>
          <p:cNvPr id="39" name="Loop detail 4">
            <a:extLst xmlns:a="http://schemas.openxmlformats.org/drawingml/2006/main">
              <a:ext uri="{FF2B5EF4-FFF2-40B4-BE49-F238E27FC236}">
                <a16:creationId xmlns:a16="http://schemas.microsoft.com/office/drawing/2014/main" id="{02D5EBB1-C3C5-48DC-9DBB-B81336B3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386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HTTP 200, Token und admin@juice-sh.op nachweisen</a:t>
            </a:r>
          </a:p>
        </p:txBody>
      </p:sp>
      <p:sp>
        <p:nvSpPr>
          <p:cNvPr id="40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2E05CE67-EE5F-4BED-A8FB-6DCA0C3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662E66E2-E1E9-4466-A8FC-0058DAA5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Reason bleibt kurz. Entscheidend sind sichtbare Aktion, Rückmeldung und Ende.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2DD23107-4986-8758-3A93-3D74F35908CC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318AAF2-15FE-4A93-80AC-3CDB78F0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Lösung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1: Die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normale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Login-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Anfrage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untersuchen</a:t>
            </a:r>
            <a:endParaRPr sz="285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1" name="Goal label">
            <a:extLst xmlns:a="http://schemas.openxmlformats.org/drawingml/2006/main">
              <a:ext uri="{FF2B5EF4-FFF2-40B4-BE49-F238E27FC236}">
                <a16:creationId xmlns:a16="http://schemas.microsoft.com/office/drawing/2014/main" id="{D9CCFCDC-6C37-46BF-96F5-658DECC0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Goal label text">
            <a:extLst xmlns:a="http://schemas.openxmlformats.org/drawingml/2006/main">
              <a:ext uri="{FF2B5EF4-FFF2-40B4-BE49-F238E27FC236}">
                <a16:creationId xmlns:a16="http://schemas.microsoft.com/office/drawing/2014/main" id="{6C065F79-556B-4426-A939-DD4D3CB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43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QUERY</a:t>
            </a:r>
          </a:p>
        </p:txBody>
      </p:sp>
      <p:sp>
        <p:nvSpPr>
          <p:cNvPr id="23" name="Run goal">
            <a:extLst xmlns:a="http://schemas.openxmlformats.org/drawingml/2006/main">
              <a:ext uri="{FF2B5EF4-FFF2-40B4-BE49-F238E27FC236}">
                <a16:creationId xmlns:a16="http://schemas.microsoft.com/office/drawing/2014/main" id="{033ED0D3-3972-46E8-A764-B902CF6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66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Als Administrator anmelden, ohne das tatsächliche Passwort zu kennen</a:t>
            </a:r>
          </a:p>
        </p:txBody>
      </p:sp>
      <p:sp>
        <p:nvSpPr>
          <p:cNvPr id="24" name="Run connector 1">
            <a:extLst xmlns:a="http://schemas.openxmlformats.org/drawingml/2006/main">
              <a:ext uri="{FF2B5EF4-FFF2-40B4-BE49-F238E27FC236}">
                <a16:creationId xmlns:a16="http://schemas.microsoft.com/office/drawing/2014/main" id="{49AFCACE-B9BD-447B-A3F7-2881F524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86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un connector 2">
            <a:extLst xmlns:a="http://schemas.openxmlformats.org/drawingml/2006/main">
              <a:ext uri="{FF2B5EF4-FFF2-40B4-BE49-F238E27FC236}">
                <a16:creationId xmlns:a16="http://schemas.microsoft.com/office/drawing/2014/main" id="{1A0651D0-9386-4C03-A5DB-93215571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un connector 3">
            <a:extLst xmlns:a="http://schemas.openxmlformats.org/drawingml/2006/main">
              <a:ext uri="{FF2B5EF4-FFF2-40B4-BE49-F238E27FC236}">
                <a16:creationId xmlns:a16="http://schemas.microsoft.com/office/drawing/2014/main" id="{D262042E-4AEE-4C77-A5A3-1099D426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86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un connector 4">
            <a:extLst xmlns:a="http://schemas.openxmlformats.org/drawingml/2006/main">
              <a:ext uri="{FF2B5EF4-FFF2-40B4-BE49-F238E27FC236}">
                <a16:creationId xmlns:a16="http://schemas.microsoft.com/office/drawing/2014/main" id="{BB6DE9B8-25E7-473E-8F58-DA1121B7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86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un connector 5">
            <a:extLst xmlns:a="http://schemas.openxmlformats.org/drawingml/2006/main">
              <a:ext uri="{FF2B5EF4-FFF2-40B4-BE49-F238E27FC236}">
                <a16:creationId xmlns:a16="http://schemas.microsoft.com/office/drawing/2014/main" id="{8B8DD530-4AE1-4BEF-B783-8CDE1FA4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86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un card 1">
            <a:extLst xmlns:a="http://schemas.openxmlformats.org/drawingml/2006/main">
              <a:ext uri="{FF2B5EF4-FFF2-40B4-BE49-F238E27FC236}">
                <a16:creationId xmlns:a16="http://schemas.microsoft.com/office/drawing/2014/main" id="{1CF5429B-AD3D-4819-96F0-EE4EB01E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4D7DE"/>
          </a:solidFill>
          <a:ln xmlns:a="http://schemas.openxmlformats.org/drawingml/2006/main" w="0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un card 1 symbol">
            <a:extLst xmlns:a="http://schemas.openxmlformats.org/drawingml/2006/main">
              <a:ext uri="{FF2B5EF4-FFF2-40B4-BE49-F238E27FC236}">
                <a16:creationId xmlns:a16="http://schemas.microsoft.com/office/drawing/2014/main" id="{E3DD53C6-5E6F-4EA5-944A-8B12900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Q</a:t>
            </a:r>
          </a:p>
        </p:txBody>
      </p:sp>
      <p:sp>
        <p:nvSpPr>
          <p:cNvPr id="31" name="Run card 1 type">
            <a:extLst xmlns:a="http://schemas.openxmlformats.org/drawingml/2006/main">
              <a:ext uri="{FF2B5EF4-FFF2-40B4-BE49-F238E27FC236}">
                <a16:creationId xmlns:a16="http://schemas.microsoft.com/office/drawing/2014/main" id="{B42C6AA0-A07C-48AF-B126-7EFAA87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QUERY</a:t>
            </a:r>
          </a:p>
        </p:txBody>
      </p:sp>
      <p:sp>
        <p:nvSpPr>
          <p:cNvPr id="32" name="Run card 1 body">
            <a:extLst xmlns:a="http://schemas.openxmlformats.org/drawingml/2006/main">
              <a:ext uri="{FF2B5EF4-FFF2-40B4-BE49-F238E27FC236}">
                <a16:creationId xmlns:a16="http://schemas.microsoft.com/office/drawing/2014/main" id="{2ADB819A-6281-4C20-BC3D-CB13F005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„Melde dich als Administrator an, ohne das tatsächliche Administratorpasswort zu kennen.“</a:t>
            </a:r>
          </a:p>
        </p:txBody>
      </p:sp>
      <p:sp>
        <p:nvSpPr>
          <p:cNvPr id="33" name="Run card 2">
            <a:extLst xmlns:a="http://schemas.openxmlformats.org/drawingml/2006/main">
              <a:ext uri="{FF2B5EF4-FFF2-40B4-BE49-F238E27FC236}">
                <a16:creationId xmlns:a16="http://schemas.microsoft.com/office/drawing/2014/main" id="{37FC3766-52BC-4525-A43D-68AC1E6A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un card 2 symbol">
            <a:extLst xmlns:a="http://schemas.openxmlformats.org/drawingml/2006/main">
              <a:ext uri="{FF2B5EF4-FFF2-40B4-BE49-F238E27FC236}">
                <a16:creationId xmlns:a16="http://schemas.microsoft.com/office/drawing/2014/main" id="{7BD0E8AA-57DC-4CCC-983A-547B615C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00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T₁</a:t>
            </a:r>
          </a:p>
        </p:txBody>
      </p:sp>
      <p:sp>
        <p:nvSpPr>
          <p:cNvPr id="35" name="Run card 2 type">
            <a:extLst xmlns:a="http://schemas.openxmlformats.org/drawingml/2006/main">
              <a:ext uri="{FF2B5EF4-FFF2-40B4-BE49-F238E27FC236}">
                <a16:creationId xmlns:a16="http://schemas.microsoft.com/office/drawing/2014/main" id="{D013B161-7EE7-49C9-96C0-1C5E7B39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5270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THOUGHT</a:t>
            </a:r>
          </a:p>
        </p:txBody>
      </p:sp>
      <p:sp>
        <p:nvSpPr>
          <p:cNvPr id="36" name="Run card 2 body">
            <a:extLst xmlns:a="http://schemas.openxmlformats.org/drawingml/2006/main">
              <a:ext uri="{FF2B5EF4-FFF2-40B4-BE49-F238E27FC236}">
                <a16:creationId xmlns:a16="http://schemas.microsoft.com/office/drawing/2014/main" id="{40FDD9A5-2884-4979-B850-933D4C4B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14750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„Zuerst muss ich untersuchen, wie eine normale Login-Anfrage aufgebaut ist.“</a:t>
            </a:r>
          </a:p>
        </p:txBody>
      </p:sp>
      <p:sp>
        <p:nvSpPr>
          <p:cNvPr id="37" name="Run card 3">
            <a:extLst xmlns:a="http://schemas.openxmlformats.org/drawingml/2006/main">
              <a:ext uri="{FF2B5EF4-FFF2-40B4-BE49-F238E27FC236}">
                <a16:creationId xmlns:a16="http://schemas.microsoft.com/office/drawing/2014/main" id="{F6965F7B-4E0F-42F7-B18F-42AACA12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un card 3 symbol">
            <a:extLst xmlns:a="http://schemas.openxmlformats.org/drawingml/2006/main">
              <a:ext uri="{FF2B5EF4-FFF2-40B4-BE49-F238E27FC236}">
                <a16:creationId xmlns:a16="http://schemas.microsoft.com/office/drawing/2014/main" id="{090C42CC-944E-4207-9C34-1A2E7FA7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A₁</a:t>
            </a:r>
          </a:p>
        </p:txBody>
      </p:sp>
      <p:sp>
        <p:nvSpPr>
          <p:cNvPr id="39" name="Run card 3 type">
            <a:extLst xmlns:a="http://schemas.openxmlformats.org/drawingml/2006/main">
              <a:ext uri="{FF2B5EF4-FFF2-40B4-BE49-F238E27FC236}">
                <a16:creationId xmlns:a16="http://schemas.microsoft.com/office/drawing/2014/main" id="{977B3C50-79CA-4D08-8A9C-D072225D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ACTION</a:t>
            </a:r>
          </a:p>
        </p:txBody>
      </p:sp>
      <p:sp>
        <p:nvSpPr>
          <p:cNvPr id="40" name="Run card 3 body">
            <a:extLst xmlns:a="http://schemas.openxmlformats.org/drawingml/2006/main">
              <a:ext uri="{FF2B5EF4-FFF2-40B4-BE49-F238E27FC236}">
                <a16:creationId xmlns:a16="http://schemas.microsoft.com/office/drawing/2014/main" id="{8649252F-3E5F-4047-A216-9381FB0E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Eine Anmeldung mit beliebigen, ungültigen Zugangsdaten absenden und die Anfrage untersuchen.</a:t>
            </a:r>
          </a:p>
        </p:txBody>
      </p:sp>
      <p:sp>
        <p:nvSpPr>
          <p:cNvPr id="41" name="Run card 4">
            <a:extLst xmlns:a="http://schemas.openxmlformats.org/drawingml/2006/main">
              <a:ext uri="{FF2B5EF4-FFF2-40B4-BE49-F238E27FC236}">
                <a16:creationId xmlns:a16="http://schemas.microsoft.com/office/drawing/2014/main" id="{C630A263-73E6-463E-902D-4C2A8BB2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Run card 4 symbol">
            <a:extLst xmlns:a="http://schemas.openxmlformats.org/drawingml/2006/main">
              <a:ext uri="{FF2B5EF4-FFF2-40B4-BE49-F238E27FC236}">
                <a16:creationId xmlns:a16="http://schemas.microsoft.com/office/drawing/2014/main" id="{798CBBD7-E7DD-4BDC-A9BE-A38E332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Tool₁</a:t>
            </a:r>
          </a:p>
        </p:txBody>
      </p:sp>
      <p:sp>
        <p:nvSpPr>
          <p:cNvPr id="43" name="Run card 4 type">
            <a:extLst xmlns:a="http://schemas.openxmlformats.org/drawingml/2006/main">
              <a:ext uri="{FF2B5EF4-FFF2-40B4-BE49-F238E27FC236}">
                <a16:creationId xmlns:a16="http://schemas.microsoft.com/office/drawing/2014/main" id="{DDF1EB97-4A50-4779-9F00-8FBAA4CF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5270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TOOL</a:t>
            </a:r>
          </a:p>
        </p:txBody>
      </p:sp>
      <p:sp>
        <p:nvSpPr>
          <p:cNvPr id="44" name="Run card 4 body">
            <a:extLst xmlns:a="http://schemas.openxmlformats.org/drawingml/2006/main">
              <a:ext uri="{FF2B5EF4-FFF2-40B4-BE49-F238E27FC236}">
                <a16:creationId xmlns:a16="http://schemas.microsoft.com/office/drawing/2014/main" id="{21FFEC1C-B52E-430D-9109-F0A1979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Browser mit</a:t>
            </a:r>
          </a:p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Netzwerkansicht</a:t>
            </a:r>
          </a:p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oder curl</a:t>
            </a:r>
          </a:p>
        </p:txBody>
      </p:sp>
      <p:sp>
        <p:nvSpPr>
          <p:cNvPr id="45" name="Run card 5">
            <a:extLst xmlns:a="http://schemas.openxmlformats.org/drawingml/2006/main">
              <a:ext uri="{FF2B5EF4-FFF2-40B4-BE49-F238E27FC236}">
                <a16:creationId xmlns:a16="http://schemas.microsoft.com/office/drawing/2014/main" id="{D5C41E42-2C5D-4891-85AC-5ABD3B55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Run card 5 symbol">
            <a:extLst xmlns:a="http://schemas.openxmlformats.org/drawingml/2006/main">
              <a:ext uri="{FF2B5EF4-FFF2-40B4-BE49-F238E27FC236}">
                <a16:creationId xmlns:a16="http://schemas.microsoft.com/office/drawing/2014/main" id="{CC246E6C-2924-4CE4-8820-7DF0A55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O₁</a:t>
            </a:r>
          </a:p>
        </p:txBody>
      </p:sp>
      <p:sp>
        <p:nvSpPr>
          <p:cNvPr id="47" name="Run card 5 type">
            <a:extLst xmlns:a="http://schemas.openxmlformats.org/drawingml/2006/main">
              <a:ext uri="{FF2B5EF4-FFF2-40B4-BE49-F238E27FC236}">
                <a16:creationId xmlns:a16="http://schemas.microsoft.com/office/drawing/2014/main" id="{48109DCA-B212-4CCB-ABED-9FB7771E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OBSERVATION</a:t>
            </a:r>
          </a:p>
        </p:txBody>
      </p:sp>
      <p:sp>
        <p:nvSpPr>
          <p:cNvPr id="48" name="Run card 5 body">
            <a:extLst xmlns:a="http://schemas.openxmlformats.org/drawingml/2006/main">
              <a:ext uri="{FF2B5EF4-FFF2-40B4-BE49-F238E27FC236}">
                <a16:creationId xmlns:a16="http://schemas.microsoft.com/office/drawing/2014/main" id="{A6B1B779-426F-43BE-91AA-D8C4718B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POST /rest/user/login;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E-Mail und Passwort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als JSON; Login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schlägt fehl</a:t>
            </a:r>
          </a:p>
        </p:txBody>
      </p:sp>
      <p:sp>
        <p:nvSpPr>
          <p:cNvPr id="49" name="Run card 6">
            <a:extLst xmlns:a="http://schemas.openxmlformats.org/drawingml/2006/main">
              <a:ext uri="{FF2B5EF4-FFF2-40B4-BE49-F238E27FC236}">
                <a16:creationId xmlns:a16="http://schemas.microsoft.com/office/drawing/2014/main" id="{01914CB0-897F-44E3-BC40-2B941E36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Run card 6 symbol">
            <a:extLst xmlns:a="http://schemas.openxmlformats.org/drawingml/2006/main">
              <a:ext uri="{FF2B5EF4-FFF2-40B4-BE49-F238E27FC236}">
                <a16:creationId xmlns:a16="http://schemas.microsoft.com/office/drawing/2014/main" id="{23092852-E41B-46C8-884A-7019E917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00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T₂</a:t>
            </a:r>
          </a:p>
        </p:txBody>
      </p:sp>
      <p:sp>
        <p:nvSpPr>
          <p:cNvPr id="51" name="Run card 6 type">
            <a:extLst xmlns:a="http://schemas.openxmlformats.org/drawingml/2006/main">
              <a:ext uri="{FF2B5EF4-FFF2-40B4-BE49-F238E27FC236}">
                <a16:creationId xmlns:a16="http://schemas.microsoft.com/office/drawing/2014/main" id="{34F62E93-B637-4B59-A087-733D007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THOUGHT</a:t>
            </a:r>
          </a:p>
        </p:txBody>
      </p:sp>
      <p:sp>
        <p:nvSpPr>
          <p:cNvPr id="52" name="Run card 6 body">
            <a:extLst xmlns:a="http://schemas.openxmlformats.org/drawingml/2006/main">
              <a:ext uri="{FF2B5EF4-FFF2-40B4-BE49-F238E27FC236}">
                <a16:creationId xmlns:a16="http://schemas.microsoft.com/office/drawing/2014/main" id="{D2C57E8B-B4FB-45C4-AAD0-441C65AE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295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„Der E-Mail-Wert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könnte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unsicher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in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eine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SQL-Abfrage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gelangen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. Eine immer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wahre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Bedingung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mit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SQL-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Kommentar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könnte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die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Passwortprüfung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umgehen</a:t>
            </a: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.“</a:t>
            </a:r>
          </a:p>
        </p:txBody>
      </p:sp>
    </p:spTree>
    <p:extLst>
      <p:ext uri="{BB962C8B-B14F-4D97-AF65-F5344CB8AC3E}">
        <p14:creationId xmlns:p14="http://schemas.microsoft.com/office/powerpoint/2010/main" val="383119330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27921A4-25C4-3DB4-06B1-32693CEE224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1" name="Goal label">
            <a:extLst xmlns:a="http://schemas.openxmlformats.org/drawingml/2006/main">
              <a:ext uri="{FF2B5EF4-FFF2-40B4-BE49-F238E27FC236}">
                <a16:creationId xmlns:a16="http://schemas.microsoft.com/office/drawing/2014/main" id="{D9CCFCDC-6C37-46BF-96F5-658DECC0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Goal label text">
            <a:extLst xmlns:a="http://schemas.openxmlformats.org/drawingml/2006/main">
              <a:ext uri="{FF2B5EF4-FFF2-40B4-BE49-F238E27FC236}">
                <a16:creationId xmlns:a16="http://schemas.microsoft.com/office/drawing/2014/main" id="{6C065F79-556B-4426-A939-DD4D3CB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43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WEITER</a:t>
            </a:r>
          </a:p>
        </p:txBody>
      </p:sp>
      <p:sp>
        <p:nvSpPr>
          <p:cNvPr id="23" name="Run goal">
            <a:extLst xmlns:a="http://schemas.openxmlformats.org/drawingml/2006/main">
              <a:ext uri="{FF2B5EF4-FFF2-40B4-BE49-F238E27FC236}">
                <a16:creationId xmlns:a16="http://schemas.microsoft.com/office/drawing/2014/main" id="{033ED0D3-3972-46E8-A764-B902CF6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66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Thought</a:t>
            </a: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</a:t>
            </a: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: </a:t>
            </a: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Mit SQL-Kommentar die Passwortprüfung umgehen</a:t>
            </a:r>
            <a:endParaRPr sz="157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5" name="Run connector 2">
            <a:extLst xmlns:a="http://schemas.openxmlformats.org/drawingml/2006/main">
              <a:ext uri="{FF2B5EF4-FFF2-40B4-BE49-F238E27FC236}">
                <a16:creationId xmlns:a16="http://schemas.microsoft.com/office/drawing/2014/main" id="{1A0651D0-9386-4C03-A5DB-93215571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9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un connector 3">
            <a:extLst xmlns:a="http://schemas.openxmlformats.org/drawingml/2006/main">
              <a:ext uri="{FF2B5EF4-FFF2-40B4-BE49-F238E27FC236}">
                <a16:creationId xmlns:a16="http://schemas.microsoft.com/office/drawing/2014/main" id="{D262042E-4AEE-4C77-A5A3-1099D426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09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un connector 4">
            <a:extLst xmlns:a="http://schemas.openxmlformats.org/drawingml/2006/main">
              <a:ext uri="{FF2B5EF4-FFF2-40B4-BE49-F238E27FC236}">
                <a16:creationId xmlns:a16="http://schemas.microsoft.com/office/drawing/2014/main" id="{BB6DE9B8-25E7-473E-8F58-DA1121B7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un connector 5">
            <a:extLst xmlns:a="http://schemas.openxmlformats.org/drawingml/2006/main">
              <a:ext uri="{FF2B5EF4-FFF2-40B4-BE49-F238E27FC236}">
                <a16:creationId xmlns:a16="http://schemas.microsoft.com/office/drawing/2014/main" id="{8B8DD530-4AE1-4BEF-B783-8CDE1FA4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Run card 2">
            <a:extLst xmlns:a="http://schemas.openxmlformats.org/drawingml/2006/main">
              <a:ext uri="{FF2B5EF4-FFF2-40B4-BE49-F238E27FC236}">
                <a16:creationId xmlns:a16="http://schemas.microsoft.com/office/drawing/2014/main" id="{37FC3766-52BC-4525-A43D-68AC1E6A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33575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un card 2 symbol">
            <a:extLst xmlns:a="http://schemas.openxmlformats.org/drawingml/2006/main">
              <a:ext uri="{FF2B5EF4-FFF2-40B4-BE49-F238E27FC236}">
                <a16:creationId xmlns:a16="http://schemas.microsoft.com/office/drawing/2014/main" id="{7BD0E8AA-57DC-4CCC-983A-547B615C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24075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A₂</a:t>
            </a:r>
          </a:p>
        </p:txBody>
      </p:sp>
      <p:sp>
        <p:nvSpPr>
          <p:cNvPr id="35" name="Run card 2 type">
            <a:extLst xmlns:a="http://schemas.openxmlformats.org/drawingml/2006/main">
              <a:ext uri="{FF2B5EF4-FFF2-40B4-BE49-F238E27FC236}">
                <a16:creationId xmlns:a16="http://schemas.microsoft.com/office/drawing/2014/main" id="{D013B161-7EE7-49C9-96C0-1C5E7B39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76525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ACTION</a:t>
            </a:r>
          </a:p>
        </p:txBody>
      </p:sp>
      <p:sp>
        <p:nvSpPr>
          <p:cNvPr id="36" name="Run card 2 body">
            <a:extLst xmlns:a="http://schemas.openxmlformats.org/drawingml/2006/main">
              <a:ext uri="{FF2B5EF4-FFF2-40B4-BE49-F238E27FC236}">
                <a16:creationId xmlns:a16="http://schemas.microsoft.com/office/drawing/2014/main" id="{40FDD9A5-2884-4979-B850-933D4C4B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38575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Eine präparierte Login-Anfrage senden: {"email":"' OR 1=1--","password":"test"}</a:t>
            </a:r>
          </a:p>
        </p:txBody>
      </p:sp>
      <p:sp>
        <p:nvSpPr>
          <p:cNvPr id="37" name="Run card 3">
            <a:extLst xmlns:a="http://schemas.openxmlformats.org/drawingml/2006/main">
              <a:ext uri="{FF2B5EF4-FFF2-40B4-BE49-F238E27FC236}">
                <a16:creationId xmlns:a16="http://schemas.microsoft.com/office/drawing/2014/main" id="{F6965F7B-4E0F-42F7-B18F-42AACA12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575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un card 3 symbol">
            <a:extLst xmlns:a="http://schemas.openxmlformats.org/drawingml/2006/main">
              <a:ext uri="{FF2B5EF4-FFF2-40B4-BE49-F238E27FC236}">
                <a16:creationId xmlns:a16="http://schemas.microsoft.com/office/drawing/2014/main" id="{090C42CC-944E-4207-9C34-1A2E7FA7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4075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Tool₂</a:t>
            </a:r>
          </a:p>
        </p:txBody>
      </p:sp>
      <p:sp>
        <p:nvSpPr>
          <p:cNvPr id="39" name="Run card 3 type">
            <a:extLst xmlns:a="http://schemas.openxmlformats.org/drawingml/2006/main">
              <a:ext uri="{FF2B5EF4-FFF2-40B4-BE49-F238E27FC236}">
                <a16:creationId xmlns:a16="http://schemas.microsoft.com/office/drawing/2014/main" id="{977B3C50-79CA-4D08-8A9C-D072225D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76525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TOOL</a:t>
            </a:r>
          </a:p>
        </p:txBody>
      </p:sp>
      <p:sp>
        <p:nvSpPr>
          <p:cNvPr id="40" name="Run card 3 body">
            <a:extLst xmlns:a="http://schemas.openxmlformats.org/drawingml/2006/main">
              <a:ext uri="{FF2B5EF4-FFF2-40B4-BE49-F238E27FC236}">
                <a16:creationId xmlns:a16="http://schemas.microsoft.com/office/drawing/2014/main" id="{8649252F-3E5F-4047-A216-9381FB0E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38575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curl oder das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HTTP-Werkzeug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des Agenten</a:t>
            </a:r>
          </a:p>
        </p:txBody>
      </p:sp>
      <p:sp>
        <p:nvSpPr>
          <p:cNvPr id="41" name="Run card 4">
            <a:extLst xmlns:a="http://schemas.openxmlformats.org/drawingml/2006/main">
              <a:ext uri="{FF2B5EF4-FFF2-40B4-BE49-F238E27FC236}">
                <a16:creationId xmlns:a16="http://schemas.microsoft.com/office/drawing/2014/main" id="{C630A263-73E6-463E-902D-4C2A8BB2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33575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Run card 4 symbol">
            <a:extLst xmlns:a="http://schemas.openxmlformats.org/drawingml/2006/main">
              <a:ext uri="{FF2B5EF4-FFF2-40B4-BE49-F238E27FC236}">
                <a16:creationId xmlns:a16="http://schemas.microsoft.com/office/drawing/2014/main" id="{798CBBD7-E7DD-4BDC-A9BE-A38E332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24075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O₂</a:t>
            </a:r>
          </a:p>
        </p:txBody>
      </p:sp>
      <p:sp>
        <p:nvSpPr>
          <p:cNvPr id="43" name="Run card 4 type">
            <a:extLst xmlns:a="http://schemas.openxmlformats.org/drawingml/2006/main">
              <a:ext uri="{FF2B5EF4-FFF2-40B4-BE49-F238E27FC236}">
                <a16:creationId xmlns:a16="http://schemas.microsoft.com/office/drawing/2014/main" id="{DDF1EB97-4A50-4779-9F00-8FBAA4CF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76525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OBSERVATION</a:t>
            </a:r>
          </a:p>
        </p:txBody>
      </p:sp>
      <p:sp>
        <p:nvSpPr>
          <p:cNvPr id="44" name="Run card 4 body">
            <a:extLst xmlns:a="http://schemas.openxmlformats.org/drawingml/2006/main">
              <a:ext uri="{FF2B5EF4-FFF2-40B4-BE49-F238E27FC236}">
                <a16:creationId xmlns:a16="http://schemas.microsoft.com/office/drawing/2014/main" id="{21FFEC1C-B52E-430D-9109-F0A1979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38575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Antwort enthält HTTP 200, ein Authentifizierungs-Token und das Konto admin@juice-sh.op.</a:t>
            </a:r>
          </a:p>
        </p:txBody>
      </p:sp>
      <p:sp>
        <p:nvSpPr>
          <p:cNvPr id="45" name="Run card 5">
            <a:extLst xmlns:a="http://schemas.openxmlformats.org/drawingml/2006/main">
              <a:ext uri="{FF2B5EF4-FFF2-40B4-BE49-F238E27FC236}">
                <a16:creationId xmlns:a16="http://schemas.microsoft.com/office/drawing/2014/main" id="{D5C41E42-2C5D-4891-85AC-5ABD3B55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33575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78198"/>
          </a:solidFill>
          <a:ln xmlns:a="http://schemas.openxmlformats.org/drawingml/2006/main" w="0">
            <a:solidFill>
              <a:srgbClr val="7781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Run card 5 symbol">
            <a:extLst xmlns:a="http://schemas.openxmlformats.org/drawingml/2006/main">
              <a:ext uri="{FF2B5EF4-FFF2-40B4-BE49-F238E27FC236}">
                <a16:creationId xmlns:a16="http://schemas.microsoft.com/office/drawing/2014/main" id="{CC246E6C-2924-4CE4-8820-7DF0A55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T₃</a:t>
            </a:r>
          </a:p>
        </p:txBody>
      </p:sp>
      <p:sp>
        <p:nvSpPr>
          <p:cNvPr id="47" name="Run card 5 type">
            <a:extLst xmlns:a="http://schemas.openxmlformats.org/drawingml/2006/main">
              <a:ext uri="{FF2B5EF4-FFF2-40B4-BE49-F238E27FC236}">
                <a16:creationId xmlns:a16="http://schemas.microsoft.com/office/drawing/2014/main" id="{48109DCA-B212-4CCB-ABED-9FB7771E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76525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THOUGHT</a:t>
            </a:r>
          </a:p>
        </p:txBody>
      </p:sp>
      <p:sp>
        <p:nvSpPr>
          <p:cNvPr id="48" name="Run card 5 body">
            <a:extLst xmlns:a="http://schemas.openxmlformats.org/drawingml/2006/main">
              <a:ext uri="{FF2B5EF4-FFF2-40B4-BE49-F238E27FC236}">
                <a16:creationId xmlns:a16="http://schemas.microsoft.com/office/drawing/2014/main" id="{A6B1B779-426F-43BE-91AA-D8C4718B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38575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Erfolg sichtbar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belegt; keine weitere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Aktion nötig</a:t>
            </a:r>
          </a:p>
        </p:txBody>
      </p:sp>
      <p:sp>
        <p:nvSpPr>
          <p:cNvPr id="49" name="Run card 6">
            <a:extLst xmlns:a="http://schemas.openxmlformats.org/drawingml/2006/main">
              <a:ext uri="{FF2B5EF4-FFF2-40B4-BE49-F238E27FC236}">
                <a16:creationId xmlns:a16="http://schemas.microsoft.com/office/drawing/2014/main" id="{01914CB0-897F-44E3-BC40-2B941E36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33575"/>
            <a:ext cx="1524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Run card 6 symbol">
            <a:extLst xmlns:a="http://schemas.openxmlformats.org/drawingml/2006/main">
              <a:ext uri="{FF2B5EF4-FFF2-40B4-BE49-F238E27FC236}">
                <a16:creationId xmlns:a16="http://schemas.microsoft.com/office/drawing/2014/main" id="{23092852-E41B-46C8-884A-7019E917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24075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51" name="Run card 6 type">
            <a:extLst xmlns:a="http://schemas.openxmlformats.org/drawingml/2006/main">
              <a:ext uri="{FF2B5EF4-FFF2-40B4-BE49-F238E27FC236}">
                <a16:creationId xmlns:a16="http://schemas.microsoft.com/office/drawing/2014/main" id="{34F62E93-B637-4B59-A087-733D007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76525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ANSWER</a:t>
            </a:r>
          </a:p>
        </p:txBody>
      </p:sp>
      <p:sp>
        <p:nvSpPr>
          <p:cNvPr id="52" name="Run card 6 body">
            <a:extLst xmlns:a="http://schemas.openxmlformats.org/drawingml/2006/main">
              <a:ext uri="{FF2B5EF4-FFF2-40B4-BE49-F238E27FC236}">
                <a16:creationId xmlns:a16="http://schemas.microsoft.com/office/drawing/2014/main" id="{D2C57E8B-B4FB-45C4-AAD0-441C65AE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38575"/>
            <a:ext cx="129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„Die Anmeldung als admin@juice-sh.op war erfolgreich. HTTP 200 und das ausgegebene Token belegen den Erfolg.“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2329E96-AAE6-C485-5ACC-D27A8FC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Lösung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1: Die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normale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Login-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Anfrage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untersuchen</a:t>
            </a:r>
            <a:endParaRPr sz="285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269049932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27921A4-25C4-3DB4-06B1-32693CEE224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15C8343-BAD1-4B8A-B715-97A1B6F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2: Ergänzt die Agentenschleife</a:t>
            </a:r>
          </a:p>
        </p:txBody>
      </p:sp>
      <p:sp>
        <p:nvSpPr>
          <p:cNvPr id="21" name="Infrastructure subtitle">
            <a:extLst xmlns:a="http://schemas.openxmlformats.org/drawingml/2006/main">
              <a:ext uri="{FF2B5EF4-FFF2-40B4-BE49-F238E27FC236}">
                <a16:creationId xmlns:a16="http://schemas.microsoft.com/office/drawing/2014/main" id="{FE56C88B-290F-4BBF-8F01-FE626D3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In run_agent sind fünf Stellen markiert. Nutzt die vorhandenen Hilfsfunktionen und das Aktionsformat.</a:t>
            </a:r>
          </a:p>
        </p:txBody>
      </p:sp>
      <p:sp>
        <p:nvSpPr>
          <p:cNvPr id="22" name="Capability 1 panel">
            <a:extLst xmlns:a="http://schemas.openxmlformats.org/drawingml/2006/main">
              <a:ext uri="{FF2B5EF4-FFF2-40B4-BE49-F238E27FC236}">
                <a16:creationId xmlns:a16="http://schemas.microsoft.com/office/drawing/2014/main" id="{71428F92-F896-4D0F-A764-52DA486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Capability 1 accent">
            <a:extLst xmlns:a="http://schemas.openxmlformats.org/drawingml/2006/main">
              <a:ext uri="{FF2B5EF4-FFF2-40B4-BE49-F238E27FC236}">
                <a16:creationId xmlns:a16="http://schemas.microsoft.com/office/drawing/2014/main" id="{35DD8119-A816-4DE8-A8C6-4C1C818B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Capability 1 title">
            <a:extLst xmlns:a="http://schemas.openxmlformats.org/drawingml/2006/main">
              <a:ext uri="{FF2B5EF4-FFF2-40B4-BE49-F238E27FC236}">
                <a16:creationId xmlns:a16="http://schemas.microsoft.com/office/drawing/2014/main" id="{D9CAAD89-88F5-4565-9518-888FDF76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 · Zustand vorbereiten</a:t>
            </a:r>
          </a:p>
        </p:txBody>
      </p:sp>
      <p:sp>
        <p:nvSpPr>
          <p:cNvPr id="25" name="Capability 1 detail">
            <a:extLst xmlns:a="http://schemas.openxmlformats.org/drawingml/2006/main">
              <a:ext uri="{FF2B5EF4-FFF2-40B4-BE49-F238E27FC236}">
                <a16:creationId xmlns:a16="http://schemas.microsoft.com/office/drawing/2014/main" id="{F8F5C7F6-74FF-461B-836F-CE507B36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Welche Informationen braucht der erste Modellschritt?</a:t>
            </a:r>
          </a:p>
        </p:txBody>
      </p:sp>
      <p:sp>
        <p:nvSpPr>
          <p:cNvPr id="26" name="Capability 2 panel">
            <a:extLst xmlns:a="http://schemas.openxmlformats.org/drawingml/2006/main">
              <a:ext uri="{FF2B5EF4-FFF2-40B4-BE49-F238E27FC236}">
                <a16:creationId xmlns:a16="http://schemas.microsoft.com/office/drawing/2014/main" id="{B4BCBC40-14DD-460F-8942-B5215456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Capability 2 accent">
            <a:extLst xmlns:a="http://schemas.openxmlformats.org/drawingml/2006/main">
              <a:ext uri="{FF2B5EF4-FFF2-40B4-BE49-F238E27FC236}">
                <a16:creationId xmlns:a16="http://schemas.microsoft.com/office/drawing/2014/main" id="{08925150-0590-47AF-BAFA-3ADBE14C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Capability 2 title">
            <a:extLst xmlns:a="http://schemas.openxmlformats.org/drawingml/2006/main">
              <a:ext uri="{FF2B5EF4-FFF2-40B4-BE49-F238E27FC236}">
                <a16:creationId xmlns:a16="http://schemas.microsoft.com/office/drawing/2014/main" id="{E4F09E40-8C6C-4482-A5E7-658F046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 · Modellschritt ausführen</a:t>
            </a:r>
          </a:p>
        </p:txBody>
      </p:sp>
      <p:sp>
        <p:nvSpPr>
          <p:cNvPr id="29" name="Capability 2 detail">
            <a:extLst xmlns:a="http://schemas.openxmlformats.org/drawingml/2006/main">
              <a:ext uri="{FF2B5EF4-FFF2-40B4-BE49-F238E27FC236}">
                <a16:creationId xmlns:a16="http://schemas.microsoft.com/office/drawing/2014/main" id="{8F22E8F0-EBC5-4B56-A012-0DCD5D5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Wo entsteht die nächste strukturierte Entscheidung?</a:t>
            </a:r>
          </a:p>
        </p:txBody>
      </p:sp>
      <p:sp>
        <p:nvSpPr>
          <p:cNvPr id="30" name="Capability 3 panel">
            <a:extLst xmlns:a="http://schemas.openxmlformats.org/drawingml/2006/main">
              <a:ext uri="{FF2B5EF4-FFF2-40B4-BE49-F238E27FC236}">
                <a16:creationId xmlns:a16="http://schemas.microsoft.com/office/drawing/2014/main" id="{5B318D42-5610-4410-A4F3-8E86194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Capability 3 accent">
            <a:extLst xmlns:a="http://schemas.openxmlformats.org/drawingml/2006/main">
              <a:ext uri="{FF2B5EF4-FFF2-40B4-BE49-F238E27FC236}">
                <a16:creationId xmlns:a16="http://schemas.microsoft.com/office/drawing/2014/main" id="{EFEF5F80-1E59-4353-8EDC-A4C978AA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Capability 3 title">
            <a:extLst xmlns:a="http://schemas.openxmlformats.org/drawingml/2006/main">
              <a:ext uri="{FF2B5EF4-FFF2-40B4-BE49-F238E27FC236}">
                <a16:creationId xmlns:a16="http://schemas.microsoft.com/office/drawing/2014/main" id="{2CFD14D6-A7FF-4773-8091-6FAFD9A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 · Entscheidung unterscheiden</a:t>
            </a:r>
          </a:p>
        </p:txBody>
      </p:sp>
      <p:sp>
        <p:nvSpPr>
          <p:cNvPr id="33" name="Capability 3 detail">
            <a:extLst xmlns:a="http://schemas.openxmlformats.org/drawingml/2006/main">
              <a:ext uri="{FF2B5EF4-FFF2-40B4-BE49-F238E27FC236}">
                <a16:creationId xmlns:a16="http://schemas.microsoft.com/office/drawing/2014/main" id="{1D8E32D0-3BB2-4516-972F-213B37DF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Wann endet der Lauf, wann folgt eine Aktion?</a:t>
            </a:r>
          </a:p>
        </p:txBody>
      </p:sp>
      <p:sp>
        <p:nvSpPr>
          <p:cNvPr id="34" name="Capability 4 panel">
            <a:extLst xmlns:a="http://schemas.openxmlformats.org/drawingml/2006/main">
              <a:ext uri="{FF2B5EF4-FFF2-40B4-BE49-F238E27FC236}">
                <a16:creationId xmlns:a16="http://schemas.microsoft.com/office/drawing/2014/main" id="{C5040B76-6CD6-4916-B2DF-735B5B51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Capability 4 accent">
            <a:extLst xmlns:a="http://schemas.openxmlformats.org/drawingml/2006/main">
              <a:ext uri="{FF2B5EF4-FFF2-40B4-BE49-F238E27FC236}">
                <a16:creationId xmlns:a16="http://schemas.microsoft.com/office/drawing/2014/main" id="{ED80457F-2A98-48B0-B0A0-C6A2E9A2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Capability 4 title">
            <a:extLst xmlns:a="http://schemas.openxmlformats.org/drawingml/2006/main">
              <a:ext uri="{FF2B5EF4-FFF2-40B4-BE49-F238E27FC236}">
                <a16:creationId xmlns:a16="http://schemas.microsoft.com/office/drawing/2014/main" id="{8042713A-B4B9-4C45-B852-A906D6A7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4 · Aktion ausführen</a:t>
            </a:r>
          </a:p>
        </p:txBody>
      </p:sp>
      <p:sp>
        <p:nvSpPr>
          <p:cNvPr id="37" name="Capability 4 detail">
            <a:extLst xmlns:a="http://schemas.openxmlformats.org/drawingml/2006/main">
              <a:ext uri="{FF2B5EF4-FFF2-40B4-BE49-F238E27FC236}">
                <a16:creationId xmlns:a16="http://schemas.microsoft.com/office/drawing/2014/main" id="{99337BB0-D0E8-40D1-B02D-FBC0C6C5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Wie wird aus der Aktion eine neue Observation?</a:t>
            </a:r>
          </a:p>
        </p:txBody>
      </p:sp>
      <p:sp>
        <p:nvSpPr>
          <p:cNvPr id="38" name="Capability 5 panel">
            <a:extLst xmlns:a="http://schemas.openxmlformats.org/drawingml/2006/main">
              <a:ext uri="{FF2B5EF4-FFF2-40B4-BE49-F238E27FC236}">
                <a16:creationId xmlns:a16="http://schemas.microsoft.com/office/drawing/2014/main" id="{012D557F-53AE-47B2-B9DD-6FFF1ABC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Capability 5 accent">
            <a:extLst xmlns:a="http://schemas.openxmlformats.org/drawingml/2006/main">
              <a:ext uri="{FF2B5EF4-FFF2-40B4-BE49-F238E27FC236}">
                <a16:creationId xmlns:a16="http://schemas.microsoft.com/office/drawing/2014/main" id="{BA29FD29-B00F-4D55-8D05-F1005826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Capability 5 title">
            <a:extLst xmlns:a="http://schemas.openxmlformats.org/drawingml/2006/main">
              <a:ext uri="{FF2B5EF4-FFF2-40B4-BE49-F238E27FC236}">
                <a16:creationId xmlns:a16="http://schemas.microsoft.com/office/drawing/2014/main" id="{ABE6FAC4-C7FB-4AF6-9DBE-C8A13E9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5 · Verlauf aktualisieren</a:t>
            </a:r>
          </a:p>
        </p:txBody>
      </p:sp>
      <p:sp>
        <p:nvSpPr>
          <p:cNvPr id="41" name="Capability 5 detail">
            <a:extLst xmlns:a="http://schemas.openxmlformats.org/drawingml/2006/main">
              <a:ext uri="{FF2B5EF4-FFF2-40B4-BE49-F238E27FC236}">
                <a16:creationId xmlns:a16="http://schemas.microsoft.com/office/drawing/2014/main" id="{D2ED32CD-B0BA-40D8-9835-9B22CDB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Welche zwei Nachrichten müssen in den Kontext?</a:t>
            </a:r>
          </a:p>
        </p:txBody>
      </p:sp>
      <p:sp>
        <p:nvSpPr>
          <p:cNvPr id="42" name="Capability 6 panel">
            <a:extLst xmlns:a="http://schemas.openxmlformats.org/drawingml/2006/main">
              <a:ext uri="{FF2B5EF4-FFF2-40B4-BE49-F238E27FC236}">
                <a16:creationId xmlns:a16="http://schemas.microsoft.com/office/drawing/2014/main" id="{3936B06F-ADAE-451D-9E40-D0ED3264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1625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Capability 6 accent">
            <a:extLst xmlns:a="http://schemas.openxmlformats.org/drawingml/2006/main">
              <a:ext uri="{FF2B5EF4-FFF2-40B4-BE49-F238E27FC236}">
                <a16:creationId xmlns:a16="http://schemas.microsoft.com/office/drawing/2014/main" id="{16B73B35-1ECD-40EF-A0DD-0530AA77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Capability 6 title">
            <a:extLst xmlns:a="http://schemas.openxmlformats.org/drawingml/2006/main">
              <a:ext uri="{FF2B5EF4-FFF2-40B4-BE49-F238E27FC236}">
                <a16:creationId xmlns:a16="http://schemas.microsoft.com/office/drawing/2014/main" id="{602E03F5-9CAF-44C1-8E3B-C442F0A0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Erfolgskriterium</a:t>
            </a:r>
          </a:p>
        </p:txBody>
      </p:sp>
      <p:sp>
        <p:nvSpPr>
          <p:cNvPr id="45" name="Capability 6 detail">
            <a:extLst xmlns:a="http://schemas.openxmlformats.org/drawingml/2006/main">
              <a:ext uri="{FF2B5EF4-FFF2-40B4-BE49-F238E27FC236}">
                <a16:creationId xmlns:a16="http://schemas.microsoft.com/office/drawing/2014/main" id="{2EBBA135-E310-475C-BAF6-833DD6C4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Startseite abrufen, Titel nennen, sauber beenden</a:t>
            </a:r>
          </a:p>
        </p:txBody>
      </p:sp>
      <p:sp>
        <p:nvSpPr>
          <p:cNvPr id="46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A5B80C1E-851A-4284-ACE7-46483F5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0055E876-6D60-480B-A6FB-57AD28A2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Datei: Agent/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slot2_agent.py</a:t>
            </a: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. Ergänzt nur die fünf markierten Stellen in run_agent(goal).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A83FA91-883A-0168-8075-96CEB9DCA3C2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ED66526-7A78-4255-9D72-342784E9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4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Referenzlösung: So schließt sich die ReAct-Schleife</a:t>
            </a:r>
          </a:p>
        </p:txBody>
      </p:sp>
      <p:sp>
        <p:nvSpPr>
          <p:cNvPr id="21" name="Agent runtime frame">
            <a:extLst xmlns:a="http://schemas.openxmlformats.org/drawingml/2006/main">
              <a:ext uri="{FF2B5EF4-FFF2-40B4-BE49-F238E27FC236}">
                <a16:creationId xmlns:a16="http://schemas.microsoft.com/office/drawing/2014/main" id="{FD827DF3-5F90-4899-A680-FFD91991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47625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8536D"/>
            </a:solidFill>
            <a:prstDash val="solid"/>
          </a:ln>
        </p:spPr>
        <p:txBody>
          <a:bodyPr xmlns:a="http://schemas.openxmlformats.org/drawingml/2006/main" lIns="171450" tIns="381000" rIns="1714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def run_agent(goal):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messages = [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{"role": "system", "content": SYSTEM_PROMPT},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{"role": "user", "content":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 f"Ziel: {goal}\nErste Observation: ..."},]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for _ in range(MAX_STEPS):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model_output = call_model(messages)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action = parse_action(model_output)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if action["type"] == "finish":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    return action["answer"]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observation = http_get(action["path"])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messages.extend([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    {"role": "assistant", "content": model_output},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    {"role": "user", "content":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     f"Neue Observation: {observation}"},</a:t>
            </a:r>
            <a:endParaRPr sz="1200"/>
          </a:p>
          <a:p xmlns:a="http://schemas.openxmlformats.org/drawingml/2006/main">
            <a:pPr algn="l">
              <a:buNone/>
              <a:defRPr sz="1013">
                <a:solidFill>
                  <a:srgbClr val="111111"/>
                </a:solidFill>
                <a:latin typeface="Aptos Mono"/>
                <a:ea typeface="Aptos Mono"/>
                <a:cs typeface="Aptos Mono"/>
              </a:defRPr>
            </a:pPr>
            <a:r>
              <a:rPr sz="1200">
                <a:solidFill>
                  <a:srgbClr val="111111"/>
                </a:solidFill>
                <a:latin typeface="Aptos Mono"/>
                <a:ea typeface="Aptos Mono"/>
                <a:cs typeface="Aptos Mono"/>
              </a:rPr>
              <a:t>        ])</a:t>
            </a:r>
            <a:endParaRPr sz="1200"/>
          </a:p>
        </p:txBody>
      </p:sp>
      <p:sp>
        <p:nvSpPr>
          <p:cNvPr id="22" name="Agent runtime label">
            <a:extLst xmlns:a="http://schemas.openxmlformats.org/drawingml/2006/main">
              <a:ext uri="{FF2B5EF4-FFF2-40B4-BE49-F238E27FC236}">
                <a16:creationId xmlns:a16="http://schemas.microsoft.com/office/drawing/2014/main" id="{772EF4A6-EA8B-453A-8855-46C7CEF1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33475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536D"/>
          </a:solidFill>
          <a:ln xmlns:a="http://schemas.openxmlformats.org/drawingml/2006/main" w="0">
            <a:solidFill>
              <a:srgbClr val="485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Agent runtime label text">
            <a:extLst xmlns:a="http://schemas.openxmlformats.org/drawingml/2006/main">
              <a:ext uri="{FF2B5EF4-FFF2-40B4-BE49-F238E27FC236}">
                <a16:creationId xmlns:a16="http://schemas.microsoft.com/office/drawing/2014/main" id="{D8E7BE05-25C0-40B1-AC36-CACCF15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62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REFERENZLÖSUNG</a:t>
            </a:r>
          </a:p>
        </p:txBody>
      </p:sp>
      <p:pic>
        <p:nvPicPr>
          <p:cNvPr id="49" name="Grafik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fb3a568ee4299"/>
          <a:stretch xmlns:a="http://schemas.openxmlformats.org/drawingml/2006/main"/>
        </p:blipFill>
        <p:spPr>
          <a:xfrm xmlns:a="http://schemas.openxmlformats.org/drawingml/2006/main">
            <a:off x="1047750" y="1428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Responsibilities heading">
            <a:extLst xmlns:a="http://schemas.openxmlformats.org/drawingml/2006/main">
              <a:ext uri="{FF2B5EF4-FFF2-40B4-BE49-F238E27FC236}">
                <a16:creationId xmlns:a16="http://schemas.microsoft.com/office/drawing/2014/main" id="{873436AF-BD1F-4A52-9188-E383D96B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fünf TODOs im Zusammenhang</a:t>
            </a:r>
          </a:p>
        </p:txBody>
      </p:sp>
      <p:sp>
        <p:nvSpPr>
          <p:cNvPr id="26" name="Responsibility accent 1">
            <a:extLst xmlns:a="http://schemas.openxmlformats.org/drawingml/2006/main">
              <a:ext uri="{FF2B5EF4-FFF2-40B4-BE49-F238E27FC236}">
                <a16:creationId xmlns:a16="http://schemas.microsoft.com/office/drawing/2014/main" id="{7AE324EA-AD6B-4381-8B57-B543215B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sponsibility 1 heading">
            <a:extLst xmlns:a="http://schemas.openxmlformats.org/drawingml/2006/main">
              <a:ext uri="{FF2B5EF4-FFF2-40B4-BE49-F238E27FC236}">
                <a16:creationId xmlns:a16="http://schemas.microsoft.com/office/drawing/2014/main" id="{ABB554E9-5249-465A-B73B-DFE84F2D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Zustand</a:t>
            </a:r>
          </a:p>
        </p:txBody>
      </p:sp>
      <p:sp>
        <p:nvSpPr>
          <p:cNvPr id="28" name="Responsibility 1 detail">
            <a:extLst xmlns:a="http://schemas.openxmlformats.org/drawingml/2006/main">
              <a:ext uri="{FF2B5EF4-FFF2-40B4-BE49-F238E27FC236}">
                <a16:creationId xmlns:a16="http://schemas.microsoft.com/office/drawing/2014/main" id="{C8FA0B52-97DA-4B19-A63C-EC67E6E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System-Prompt, Ziel und erste Observation</a:t>
            </a:r>
          </a:p>
        </p:txBody>
      </p:sp>
      <p:sp>
        <p:nvSpPr>
          <p:cNvPr id="29" name="Responsibility divider 1">
            <a:extLst xmlns:a="http://schemas.openxmlformats.org/drawingml/2006/main">
              <a:ext uri="{FF2B5EF4-FFF2-40B4-BE49-F238E27FC236}">
                <a16:creationId xmlns:a16="http://schemas.microsoft.com/office/drawing/2014/main" id="{B19ABE41-6E32-4C51-B8BA-BA1431F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sponsibility accent 2">
            <a:extLst xmlns:a="http://schemas.openxmlformats.org/drawingml/2006/main">
              <a:ext uri="{FF2B5EF4-FFF2-40B4-BE49-F238E27FC236}">
                <a16:creationId xmlns:a16="http://schemas.microsoft.com/office/drawing/2014/main" id="{64750C83-A72B-4793-9F65-B5306833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sponsibility 2 heading">
            <a:extLst xmlns:a="http://schemas.openxmlformats.org/drawingml/2006/main">
              <a:ext uri="{FF2B5EF4-FFF2-40B4-BE49-F238E27FC236}">
                <a16:creationId xmlns:a16="http://schemas.microsoft.com/office/drawing/2014/main" id="{07C6E8C8-1471-4492-9B7B-1C4C8468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Modell &amp; Entscheidung</a:t>
            </a:r>
          </a:p>
        </p:txBody>
      </p:sp>
      <p:sp>
        <p:nvSpPr>
          <p:cNvPr id="32" name="Responsibility 2 detail">
            <a:extLst xmlns:a="http://schemas.openxmlformats.org/drawingml/2006/main">
              <a:ext uri="{FF2B5EF4-FFF2-40B4-BE49-F238E27FC236}">
                <a16:creationId xmlns:a16="http://schemas.microsoft.com/office/drawing/2014/main" id="{64A93E4B-897F-4B5D-8F93-5E8683AA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90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Modell aufrufen, JSON prüfen, finish behandeln</a:t>
            </a:r>
          </a:p>
        </p:txBody>
      </p:sp>
      <p:sp>
        <p:nvSpPr>
          <p:cNvPr id="33" name="Responsibility divider 2">
            <a:extLst xmlns:a="http://schemas.openxmlformats.org/drawingml/2006/main">
              <a:ext uri="{FF2B5EF4-FFF2-40B4-BE49-F238E27FC236}">
                <a16:creationId xmlns:a16="http://schemas.microsoft.com/office/drawing/2014/main" id="{D86817E9-F584-47F7-90F1-682B832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sponsibility accent 3">
            <a:extLst xmlns:a="http://schemas.openxmlformats.org/drawingml/2006/main">
              <a:ext uri="{FF2B5EF4-FFF2-40B4-BE49-F238E27FC236}">
                <a16:creationId xmlns:a16="http://schemas.microsoft.com/office/drawing/2014/main" id="{28B9FB5D-ECED-4DDC-BC9C-4A5D972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sponsibility 3 heading">
            <a:extLst xmlns:a="http://schemas.openxmlformats.org/drawingml/2006/main">
              <a:ext uri="{FF2B5EF4-FFF2-40B4-BE49-F238E27FC236}">
                <a16:creationId xmlns:a16="http://schemas.microsoft.com/office/drawing/2014/main" id="{6300C4FE-1DD5-4A8E-941F-254CAD28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Werkzeug</a:t>
            </a:r>
          </a:p>
        </p:txBody>
      </p:sp>
      <p:sp>
        <p:nvSpPr>
          <p:cNvPr id="36" name="Responsibility 3 detail">
            <a:extLst xmlns:a="http://schemas.openxmlformats.org/drawingml/2006/main">
              <a:ext uri="{FF2B5EF4-FFF2-40B4-BE49-F238E27FC236}">
                <a16:creationId xmlns:a16="http://schemas.microsoft.com/office/drawing/2014/main" id="{5E41297E-8751-40A4-A6BA-9394DDE4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GET ausführen und neue Observation erzeugen</a:t>
            </a:r>
          </a:p>
        </p:txBody>
      </p:sp>
      <p:sp>
        <p:nvSpPr>
          <p:cNvPr id="37" name="Responsibility divider 3">
            <a:extLst xmlns:a="http://schemas.openxmlformats.org/drawingml/2006/main">
              <a:ext uri="{FF2B5EF4-FFF2-40B4-BE49-F238E27FC236}">
                <a16:creationId xmlns:a16="http://schemas.microsoft.com/office/drawing/2014/main" id="{965CF37D-D831-4B93-A94A-5AA5E94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sponsibility accent 4">
            <a:extLst xmlns:a="http://schemas.openxmlformats.org/drawingml/2006/main">
              <a:ext uri="{FF2B5EF4-FFF2-40B4-BE49-F238E27FC236}">
                <a16:creationId xmlns:a16="http://schemas.microsoft.com/office/drawing/2014/main" id="{DED9208A-7CA9-44DC-8A2B-FF9A5366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sponsibility 4 heading">
            <a:extLst xmlns:a="http://schemas.openxmlformats.org/drawingml/2006/main">
              <a:ext uri="{FF2B5EF4-FFF2-40B4-BE49-F238E27FC236}">
                <a16:creationId xmlns:a16="http://schemas.microsoft.com/office/drawing/2014/main" id="{72A1CBED-84C4-4FCF-90F9-1696B764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Verlauf</a:t>
            </a:r>
          </a:p>
        </p:txBody>
      </p:sp>
      <p:sp>
        <p:nvSpPr>
          <p:cNvPr id="40" name="Responsibility 4 detail">
            <a:extLst xmlns:a="http://schemas.openxmlformats.org/drawingml/2006/main">
              <a:ext uri="{FF2B5EF4-FFF2-40B4-BE49-F238E27FC236}">
                <a16:creationId xmlns:a16="http://schemas.microsoft.com/office/drawing/2014/main" id="{FAF2255D-E7BF-4CD9-9E28-6E4D97C9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Ausgabe und Observation an messages anhängen</a:t>
            </a:r>
          </a:p>
        </p:txBody>
      </p:sp>
      <p:sp>
        <p:nvSpPr>
          <p:cNvPr id="41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65C39438-9183-47C4-9F4F-FB186CDA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C6565152-D5BF-43FC-847E-61FBF335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Die Schleife wiederholt diesen Block bis finish oder bis zum Schrittlimit.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C9C7607-4BA3-B4DC-A00F-2E67A9FCFF7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45C2F9-D60C-44EB-B851-13068716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6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Lösung: Vier Bausteine schließen den Kontrollfluss</a:t>
            </a:r>
          </a:p>
        </p:txBody>
      </p:sp>
      <p:graphicFrame>
        <p:nvGraphicFramePr>
          <p:cNvPr id="26" name="Tabelle 25"/>
          <p:cNvGraphicFramePr/>
          <p:nvPr/>
        </p:nvGraphicFramePr>
        <p:xfrm>
          <a:off xmlns:a="http://schemas.openxmlformats.org/drawingml/2006/main" x="838200" y="1352550"/>
          <a:ext xmlns:a="http://schemas.openxmlformats.org/drawingml/2006/main" cx="105156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2705100"/>
              </a:tblGrid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Baustein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Kernzeile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Wirkung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ReAct-Schritt</a:t>
                      </a:r>
                    </a:p>
                  </a:txBody>
                  <a:tcPr marL="95250" marR="95250" marT="76200" marB="76200" anchor="ctr">
                    <a:solidFill>
                      <a:srgbClr val="48536D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Zustand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messages = [system, user]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Prompt, Ziel und erste Observation stehen bereit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/ Zustand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Modell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model_output = call_model(messages)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Das Modell erzeugt genau eine Aktion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Thought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Entscheidung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action = parse_action(model_output)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finish gibt die Antwort zurück, sonst folgt das Tool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Action oder Answer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Werkzeug &amp; Verlauf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observation = http_get(action["path"])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Observation speichern und beide Nachrichten anhängen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Tool → Observation</a:t>
                      </a:r>
                    </a:p>
                  </a:txBody>
                  <a:tcPr marL="95250" marR="95250" marT="76200" marB="762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22" name="Source content divider">
            <a:extLst xmlns:a="http://schemas.openxmlformats.org/drawingml/2006/main">
              <a:ext uri="{FF2B5EF4-FFF2-40B4-BE49-F238E27FC236}">
                <a16:creationId xmlns:a16="http://schemas.microsoft.com/office/drawing/2014/main" id="{7F4EB78D-53D0-4296-8780-57EE521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ource footer note">
            <a:extLst xmlns:a="http://schemas.openxmlformats.org/drawingml/2006/main">
              <a:ext uri="{FF2B5EF4-FFF2-40B4-BE49-F238E27FC236}">
                <a16:creationId xmlns:a16="http://schemas.microsoft.com/office/drawing/2014/main" id="{C39D2300-7E11-9166-CB49-BEE25F7B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8640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Die Schleife wiederholt diesen Block bis finish oder bis zum Schrittlimit.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90F7333B-44AC-F7E9-D49D-FE92F45E0477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Closing eyebrow">
            <a:extLst xmlns:a="http://schemas.openxmlformats.org/drawingml/2006/main">
              <a:ext uri="{FF2B5EF4-FFF2-40B4-BE49-F238E27FC236}">
                <a16:creationId xmlns:a16="http://schemas.microsoft.com/office/drawing/2014/main" id="{9248FB85-C22C-4645-82B7-6DE7519B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ZUM MITNEHMEN</a:t>
            </a:r>
          </a:p>
        </p:txBody>
      </p:sp>
      <p:sp>
        <p:nvSpPr>
          <p:cNvPr id="21" name="Closing title">
            <a:extLst xmlns:a="http://schemas.openxmlformats.org/drawingml/2006/main">
              <a:ext uri="{FF2B5EF4-FFF2-40B4-BE49-F238E27FC236}">
                <a16:creationId xmlns:a16="http://schemas.microsoft.com/office/drawing/2014/main" id="{9E7A95D9-EE2A-4225-8724-E1BABF28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4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4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Vier Fragen reichen</a:t>
            </a:r>
          </a:p>
          <a:p xmlns:a="http://schemas.openxmlformats.org/drawingml/2006/main">
            <a:pPr>
              <a:buNone/>
              <a:defRPr sz="34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4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für die Einordnung</a:t>
            </a:r>
          </a:p>
        </p:txBody>
      </p:sp>
      <p:sp>
        <p:nvSpPr>
          <p:cNvPr id="22" name="Closing number 1">
            <a:extLst xmlns:a="http://schemas.openxmlformats.org/drawingml/2006/main">
              <a:ext uri="{FF2B5EF4-FFF2-40B4-BE49-F238E27FC236}">
                <a16:creationId xmlns:a16="http://schemas.microsoft.com/office/drawing/2014/main" id="{411BB1B6-78CB-4992-8833-84C1528F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3" name="Closing question 1">
            <a:extLst xmlns:a="http://schemas.openxmlformats.org/drawingml/2006/main">
              <a:ext uri="{FF2B5EF4-FFF2-40B4-BE49-F238E27FC236}">
                <a16:creationId xmlns:a16="http://schemas.microsoft.com/office/drawing/2014/main" id="{EE5CEB02-D297-428C-8EC5-9C7F3324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1430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erzeugt das Modell?</a:t>
            </a:r>
          </a:p>
        </p:txBody>
      </p:sp>
      <p:sp>
        <p:nvSpPr>
          <p:cNvPr id="24" name="Closing number 2">
            <a:extLst xmlns:a="http://schemas.openxmlformats.org/drawingml/2006/main">
              <a:ext uri="{FF2B5EF4-FFF2-40B4-BE49-F238E27FC236}">
                <a16:creationId xmlns:a16="http://schemas.microsoft.com/office/drawing/2014/main" id="{48FC42BC-705A-40F1-8AC3-3D76674E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5" name="Closing question 2">
            <a:extLst xmlns:a="http://schemas.openxmlformats.org/drawingml/2006/main">
              <a:ext uri="{FF2B5EF4-FFF2-40B4-BE49-F238E27FC236}">
                <a16:creationId xmlns:a16="http://schemas.microsoft.com/office/drawing/2014/main" id="{DBC775DA-0580-4DCB-8D25-94419D6D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193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ist im Ablauf fest</a:t>
            </a:r>
          </a:p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verdrahtet?</a:t>
            </a:r>
          </a:p>
        </p:txBody>
      </p:sp>
      <p:sp>
        <p:nvSpPr>
          <p:cNvPr id="26" name="Closing number 3">
            <a:extLst xmlns:a="http://schemas.openxmlformats.org/drawingml/2006/main">
              <a:ext uri="{FF2B5EF4-FFF2-40B4-BE49-F238E27FC236}">
                <a16:creationId xmlns:a16="http://schemas.microsoft.com/office/drawing/2014/main" id="{8A1400D5-FD07-4329-BDE3-18FF3D2F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7" name="Closing question 3">
            <a:extLst xmlns:a="http://schemas.openxmlformats.org/drawingml/2006/main">
              <a:ext uri="{FF2B5EF4-FFF2-40B4-BE49-F238E27FC236}">
                <a16:creationId xmlns:a16="http://schemas.microsoft.com/office/drawing/2014/main" id="{D17F03D4-2446-4F51-85EC-E7667862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entscheidet das System</a:t>
            </a:r>
          </a:p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zur Laufzeit?</a:t>
            </a:r>
          </a:p>
        </p:txBody>
      </p:sp>
      <p:sp>
        <p:nvSpPr>
          <p:cNvPr id="28" name="Closing number 4">
            <a:extLst xmlns:a="http://schemas.openxmlformats.org/drawingml/2006/main">
              <a:ext uri="{FF2B5EF4-FFF2-40B4-BE49-F238E27FC236}">
                <a16:creationId xmlns:a16="http://schemas.microsoft.com/office/drawing/2014/main" id="{39510CA9-B4DF-4F4A-8D78-F93ECD9D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Closing question 4">
            <a:extLst xmlns:a="http://schemas.openxmlformats.org/drawingml/2006/main">
              <a:ext uri="{FF2B5EF4-FFF2-40B4-BE49-F238E27FC236}">
                <a16:creationId xmlns:a16="http://schemas.microsoft.com/office/drawing/2014/main" id="{25D7A81C-AE80-4E05-BDAE-0C8C4FE3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719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Welche Infrastruktur begrenzt</a:t>
            </a:r>
          </a:p>
          <a:p xmlns:a="http://schemas.openxmlformats.org/drawingml/2006/main"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und beobachtet es?</a:t>
            </a:r>
          </a:p>
        </p:txBody>
      </p:sp>
      <p:sp>
        <p:nvSpPr>
          <p:cNvPr id="30" name="Closing divider">
            <a:extLst xmlns:a="http://schemas.openxmlformats.org/drawingml/2006/main">
              <a:ext uri="{FF2B5EF4-FFF2-40B4-BE49-F238E27FC236}">
                <a16:creationId xmlns:a16="http://schemas.microsoft.com/office/drawing/2014/main" id="{A448062C-BBB1-4750-8FB4-37B8A26B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Closing synthesis">
            <a:extLst xmlns:a="http://schemas.openxmlformats.org/drawingml/2006/main">
              <a:ext uri="{FF2B5EF4-FFF2-40B4-BE49-F238E27FC236}">
                <a16:creationId xmlns:a16="http://schemas.microsoft.com/office/drawing/2014/main" id="{3250260C-3C43-42D5-BB9F-2C668861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Modell erzeugt. Skript folgt. Agent entscheidet. Infrastruktur ermöglicht und kontrolliert.</a:t>
            </a: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theme/theme1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2026-09-04T12:52:44.2190000Z</dcterms:created>
  <dcterms:modified xsi:type="dcterms:W3CDTF">2026-09-04T12:52:44.2190000Z</dcterms:modified>
</coreProperties>
</file>